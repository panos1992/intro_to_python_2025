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337" r:id="rId3"/>
    <p:sldId id="338" r:id="rId4"/>
    <p:sldId id="339" r:id="rId5"/>
    <p:sldId id="340" r:id="rId6"/>
    <p:sldId id="322" r:id="rId7"/>
    <p:sldId id="343" r:id="rId8"/>
    <p:sldId id="341" r:id="rId9"/>
    <p:sldId id="321" r:id="rId10"/>
    <p:sldId id="34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66047-A4E4-44DD-8E0D-2B8F6381A4FB}" v="245" dt="2025-01-29T12:34:22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77299" autoAdjust="0"/>
  </p:normalViewPr>
  <p:slideViewPr>
    <p:cSldViewPr snapToGrid="0">
      <p:cViewPr varScale="1">
        <p:scale>
          <a:sx n="72" d="100"/>
          <a:sy n="72" d="100"/>
        </p:scale>
        <p:origin x="29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agiotis Herodotou" userId="0b8fad50-1c08-48a8-90b9-05d71b208ccb" providerId="ADAL" clId="{53C66047-A4E4-44DD-8E0D-2B8F6381A4FB}"/>
    <pc:docChg chg="undo redo custSel addSld modSld sldOrd">
      <pc:chgData name="Panagiotis Herodotou" userId="0b8fad50-1c08-48a8-90b9-05d71b208ccb" providerId="ADAL" clId="{53C66047-A4E4-44DD-8E0D-2B8F6381A4FB}" dt="2025-01-29T12:35:16.808" v="853" actId="20577"/>
      <pc:docMkLst>
        <pc:docMk/>
      </pc:docMkLst>
      <pc:sldChg chg="modNotesTx">
        <pc:chgData name="Panagiotis Herodotou" userId="0b8fad50-1c08-48a8-90b9-05d71b208ccb" providerId="ADAL" clId="{53C66047-A4E4-44DD-8E0D-2B8F6381A4FB}" dt="2025-01-28T17:26:24.571" v="347" actId="20577"/>
        <pc:sldMkLst>
          <pc:docMk/>
          <pc:sldMk cId="1912274229" sldId="256"/>
        </pc:sldMkLst>
      </pc:sldChg>
      <pc:sldChg chg="modSp">
        <pc:chgData name="Panagiotis Herodotou" userId="0b8fad50-1c08-48a8-90b9-05d71b208ccb" providerId="ADAL" clId="{53C66047-A4E4-44DD-8E0D-2B8F6381A4FB}" dt="2025-01-28T19:47:57.258" v="370" actId="20577"/>
        <pc:sldMkLst>
          <pc:docMk/>
          <pc:sldMk cId="4134341266" sldId="321"/>
        </pc:sldMkLst>
        <pc:graphicFrameChg chg="mod">
          <ac:chgData name="Panagiotis Herodotou" userId="0b8fad50-1c08-48a8-90b9-05d71b208ccb" providerId="ADAL" clId="{53C66047-A4E4-44DD-8E0D-2B8F6381A4FB}" dt="2025-01-28T19:47:57.258" v="370" actId="20577"/>
          <ac:graphicFrameMkLst>
            <pc:docMk/>
            <pc:sldMk cId="4134341266" sldId="321"/>
            <ac:graphicFrameMk id="7" creationId="{DAC44C09-4F19-3665-F470-CE2A33FF8DBD}"/>
          </ac:graphicFrameMkLst>
        </pc:graphicFrameChg>
      </pc:sldChg>
      <pc:sldChg chg="modSp mod">
        <pc:chgData name="Panagiotis Herodotou" userId="0b8fad50-1c08-48a8-90b9-05d71b208ccb" providerId="ADAL" clId="{53C66047-A4E4-44DD-8E0D-2B8F6381A4FB}" dt="2025-01-29T12:35:16.808" v="853" actId="20577"/>
        <pc:sldMkLst>
          <pc:docMk/>
          <pc:sldMk cId="2023408695" sldId="322"/>
        </pc:sldMkLst>
        <pc:spChg chg="mod">
          <ac:chgData name="Panagiotis Herodotou" userId="0b8fad50-1c08-48a8-90b9-05d71b208ccb" providerId="ADAL" clId="{53C66047-A4E4-44DD-8E0D-2B8F6381A4FB}" dt="2025-01-29T12:35:16.808" v="853" actId="20577"/>
          <ac:spMkLst>
            <pc:docMk/>
            <pc:sldMk cId="2023408695" sldId="322"/>
            <ac:spMk id="3" creationId="{0FB9251D-C759-DDC4-B939-2B20A430F16D}"/>
          </ac:spMkLst>
        </pc:spChg>
      </pc:sldChg>
      <pc:sldChg chg="modSp mod">
        <pc:chgData name="Panagiotis Herodotou" userId="0b8fad50-1c08-48a8-90b9-05d71b208ccb" providerId="ADAL" clId="{53C66047-A4E4-44DD-8E0D-2B8F6381A4FB}" dt="2025-01-29T12:34:22.881" v="846" actId="20577"/>
        <pc:sldMkLst>
          <pc:docMk/>
          <pc:sldMk cId="4266541275" sldId="337"/>
        </pc:sldMkLst>
        <pc:graphicFrameChg chg="mod modGraphic">
          <ac:chgData name="Panagiotis Herodotou" userId="0b8fad50-1c08-48a8-90b9-05d71b208ccb" providerId="ADAL" clId="{53C66047-A4E4-44DD-8E0D-2B8F6381A4FB}" dt="2025-01-29T12:34:22.881" v="846" actId="20577"/>
          <ac:graphicFrameMkLst>
            <pc:docMk/>
            <pc:sldMk cId="4266541275" sldId="337"/>
            <ac:graphicFrameMk id="7" creationId="{3E977394-0CF1-0933-57BF-963EB14D8DDD}"/>
          </ac:graphicFrameMkLst>
        </pc:graphicFrameChg>
      </pc:sldChg>
      <pc:sldChg chg="modSp mod">
        <pc:chgData name="Panagiotis Herodotou" userId="0b8fad50-1c08-48a8-90b9-05d71b208ccb" providerId="ADAL" clId="{53C66047-A4E4-44DD-8E0D-2B8F6381A4FB}" dt="2025-01-28T14:54:05.644" v="344" actId="20577"/>
        <pc:sldMkLst>
          <pc:docMk/>
          <pc:sldMk cId="3540996720" sldId="342"/>
        </pc:sldMkLst>
        <pc:graphicFrameChg chg="mod modGraphic">
          <ac:chgData name="Panagiotis Herodotou" userId="0b8fad50-1c08-48a8-90b9-05d71b208ccb" providerId="ADAL" clId="{53C66047-A4E4-44DD-8E0D-2B8F6381A4FB}" dt="2025-01-28T14:54:05.644" v="344" actId="20577"/>
          <ac:graphicFrameMkLst>
            <pc:docMk/>
            <pc:sldMk cId="3540996720" sldId="342"/>
            <ac:graphicFrameMk id="5" creationId="{6DE62065-ADF1-1FC1-1A20-674988F2ECC0}"/>
          </ac:graphicFrameMkLst>
        </pc:graphicFrameChg>
      </pc:sldChg>
      <pc:sldChg chg="addSp delSp modSp new mod ord modClrScheme chgLayout">
        <pc:chgData name="Panagiotis Herodotou" userId="0b8fad50-1c08-48a8-90b9-05d71b208ccb" providerId="ADAL" clId="{53C66047-A4E4-44DD-8E0D-2B8F6381A4FB}" dt="2025-01-29T12:32:43.892" v="844" actId="20577"/>
        <pc:sldMkLst>
          <pc:docMk/>
          <pc:sldMk cId="1084146890" sldId="343"/>
        </pc:sldMkLst>
        <pc:spChg chg="mod ord">
          <ac:chgData name="Panagiotis Herodotou" userId="0b8fad50-1c08-48a8-90b9-05d71b208ccb" providerId="ADAL" clId="{53C66047-A4E4-44DD-8E0D-2B8F6381A4FB}" dt="2025-01-29T11:58:22.350" v="475" actId="700"/>
          <ac:spMkLst>
            <pc:docMk/>
            <pc:sldMk cId="1084146890" sldId="343"/>
            <ac:spMk id="2" creationId="{8B1C050A-2FB6-B2B6-36C5-D4B5C565FAF3}"/>
          </ac:spMkLst>
        </pc:spChg>
        <pc:spChg chg="mod ord">
          <ac:chgData name="Panagiotis Herodotou" userId="0b8fad50-1c08-48a8-90b9-05d71b208ccb" providerId="ADAL" clId="{53C66047-A4E4-44DD-8E0D-2B8F6381A4FB}" dt="2025-01-29T12:32:43.892" v="844" actId="20577"/>
          <ac:spMkLst>
            <pc:docMk/>
            <pc:sldMk cId="1084146890" sldId="343"/>
            <ac:spMk id="3" creationId="{B50C0E43-171E-C20E-467A-59B5B47D4916}"/>
          </ac:spMkLst>
        </pc:spChg>
        <pc:spChg chg="add del mod ord">
          <ac:chgData name="Panagiotis Herodotou" userId="0b8fad50-1c08-48a8-90b9-05d71b208ccb" providerId="ADAL" clId="{53C66047-A4E4-44DD-8E0D-2B8F6381A4FB}" dt="2025-01-29T11:58:22.350" v="475" actId="700"/>
          <ac:spMkLst>
            <pc:docMk/>
            <pc:sldMk cId="1084146890" sldId="343"/>
            <ac:spMk id="4" creationId="{ACF505CB-89E1-9B70-C3D3-AE96AE7C8983}"/>
          </ac:spMkLst>
        </pc:spChg>
        <pc:spChg chg="add del mod ord">
          <ac:chgData name="Panagiotis Herodotou" userId="0b8fad50-1c08-48a8-90b9-05d71b208ccb" providerId="ADAL" clId="{53C66047-A4E4-44DD-8E0D-2B8F6381A4FB}" dt="2025-01-29T11:58:21.758" v="474" actId="700"/>
          <ac:spMkLst>
            <pc:docMk/>
            <pc:sldMk cId="1084146890" sldId="343"/>
            <ac:spMk id="5" creationId="{57EA49A4-D0FA-AD32-5817-A8D2C6CADB15}"/>
          </ac:spMkLst>
        </pc:spChg>
        <pc:spChg chg="add del mod ord">
          <ac:chgData name="Panagiotis Herodotou" userId="0b8fad50-1c08-48a8-90b9-05d71b208ccb" providerId="ADAL" clId="{53C66047-A4E4-44DD-8E0D-2B8F6381A4FB}" dt="2025-01-29T11:58:21.758" v="474" actId="700"/>
          <ac:spMkLst>
            <pc:docMk/>
            <pc:sldMk cId="1084146890" sldId="343"/>
            <ac:spMk id="6" creationId="{C9B2CA4F-DF4C-714F-77BF-640731BB2EE6}"/>
          </ac:spMkLst>
        </pc:spChg>
        <pc:spChg chg="add del mod ord">
          <ac:chgData name="Panagiotis Herodotou" userId="0b8fad50-1c08-48a8-90b9-05d71b208ccb" providerId="ADAL" clId="{53C66047-A4E4-44DD-8E0D-2B8F6381A4FB}" dt="2025-01-29T11:58:21.758" v="474" actId="700"/>
          <ac:spMkLst>
            <pc:docMk/>
            <pc:sldMk cId="1084146890" sldId="343"/>
            <ac:spMk id="7" creationId="{C28CAE9F-97ED-6A68-CF30-90B7A584EB21}"/>
          </ac:spMkLst>
        </pc:spChg>
      </pc:sldChg>
    </pc:docChg>
  </pc:docChgLst>
  <pc:docChgLst>
    <pc:chgData name="Panagiotis Herodotou" userId="0b8fad50-1c08-48a8-90b9-05d71b208ccb" providerId="ADAL" clId="{D0E52C18-80C9-467F-8A28-DEE091FFE148}"/>
    <pc:docChg chg="undo custSel modSld">
      <pc:chgData name="Panagiotis Herodotou" userId="0b8fad50-1c08-48a8-90b9-05d71b208ccb" providerId="ADAL" clId="{D0E52C18-80C9-467F-8A28-DEE091FFE148}" dt="2025-01-27T12:24:04.440" v="352" actId="20577"/>
      <pc:docMkLst>
        <pc:docMk/>
      </pc:docMkLst>
      <pc:sldChg chg="modSp mod">
        <pc:chgData name="Panagiotis Herodotou" userId="0b8fad50-1c08-48a8-90b9-05d71b208ccb" providerId="ADAL" clId="{D0E52C18-80C9-467F-8A28-DEE091FFE148}" dt="2025-01-27T12:21:11.350" v="46" actId="27636"/>
        <pc:sldMkLst>
          <pc:docMk/>
          <pc:sldMk cId="2023408695" sldId="322"/>
        </pc:sldMkLst>
        <pc:spChg chg="mod">
          <ac:chgData name="Panagiotis Herodotou" userId="0b8fad50-1c08-48a8-90b9-05d71b208ccb" providerId="ADAL" clId="{D0E52C18-80C9-467F-8A28-DEE091FFE148}" dt="2025-01-27T12:21:11.350" v="46" actId="27636"/>
          <ac:spMkLst>
            <pc:docMk/>
            <pc:sldMk cId="2023408695" sldId="322"/>
            <ac:spMk id="3" creationId="{0FB9251D-C759-DDC4-B939-2B20A430F16D}"/>
          </ac:spMkLst>
        </pc:spChg>
      </pc:sldChg>
      <pc:sldChg chg="addSp modSp mod">
        <pc:chgData name="Panagiotis Herodotou" userId="0b8fad50-1c08-48a8-90b9-05d71b208ccb" providerId="ADAL" clId="{D0E52C18-80C9-467F-8A28-DEE091FFE148}" dt="2025-01-27T12:18:05.829" v="27"/>
        <pc:sldMkLst>
          <pc:docMk/>
          <pc:sldMk cId="4266541275" sldId="337"/>
        </pc:sldMkLst>
        <pc:graphicFrameChg chg="mod">
          <ac:chgData name="Panagiotis Herodotou" userId="0b8fad50-1c08-48a8-90b9-05d71b208ccb" providerId="ADAL" clId="{D0E52C18-80C9-467F-8A28-DEE091FFE148}" dt="2025-01-27T12:17:35.376" v="2"/>
          <ac:graphicFrameMkLst>
            <pc:docMk/>
            <pc:sldMk cId="4266541275" sldId="337"/>
            <ac:graphicFrameMk id="7" creationId="{3E977394-0CF1-0933-57BF-963EB14D8DDD}"/>
          </ac:graphicFrameMkLst>
        </pc:graphicFrameChg>
      </pc:sldChg>
      <pc:sldChg chg="modSp mod">
        <pc:chgData name="Panagiotis Herodotou" userId="0b8fad50-1c08-48a8-90b9-05d71b208ccb" providerId="ADAL" clId="{D0E52C18-80C9-467F-8A28-DEE091FFE148}" dt="2025-01-27T12:19:19.495" v="30" actId="20577"/>
        <pc:sldMkLst>
          <pc:docMk/>
          <pc:sldMk cId="1807734263" sldId="338"/>
        </pc:sldMkLst>
        <pc:spChg chg="mod">
          <ac:chgData name="Panagiotis Herodotou" userId="0b8fad50-1c08-48a8-90b9-05d71b208ccb" providerId="ADAL" clId="{D0E52C18-80C9-467F-8A28-DEE091FFE148}" dt="2025-01-27T12:19:19.495" v="30" actId="20577"/>
          <ac:spMkLst>
            <pc:docMk/>
            <pc:sldMk cId="1807734263" sldId="338"/>
            <ac:spMk id="2" creationId="{9C92F323-D649-250D-0357-CC2F76D802E2}"/>
          </ac:spMkLst>
        </pc:spChg>
      </pc:sldChg>
      <pc:sldChg chg="modSp mod">
        <pc:chgData name="Panagiotis Herodotou" userId="0b8fad50-1c08-48a8-90b9-05d71b208ccb" providerId="ADAL" clId="{D0E52C18-80C9-467F-8A28-DEE091FFE148}" dt="2025-01-27T12:19:23.531" v="33" actId="20577"/>
        <pc:sldMkLst>
          <pc:docMk/>
          <pc:sldMk cId="2500038018" sldId="339"/>
        </pc:sldMkLst>
        <pc:spChg chg="mod">
          <ac:chgData name="Panagiotis Herodotou" userId="0b8fad50-1c08-48a8-90b9-05d71b208ccb" providerId="ADAL" clId="{D0E52C18-80C9-467F-8A28-DEE091FFE148}" dt="2025-01-27T12:19:23.531" v="33" actId="20577"/>
          <ac:spMkLst>
            <pc:docMk/>
            <pc:sldMk cId="2500038018" sldId="339"/>
            <ac:spMk id="2" creationId="{D41B0C38-C585-48CF-9E1C-F06FB2D6F3D7}"/>
          </ac:spMkLst>
        </pc:spChg>
      </pc:sldChg>
      <pc:sldChg chg="modSp mod">
        <pc:chgData name="Panagiotis Herodotou" userId="0b8fad50-1c08-48a8-90b9-05d71b208ccb" providerId="ADAL" clId="{D0E52C18-80C9-467F-8A28-DEE091FFE148}" dt="2025-01-27T12:20:12.820" v="36" actId="20577"/>
        <pc:sldMkLst>
          <pc:docMk/>
          <pc:sldMk cId="2606792929" sldId="340"/>
        </pc:sldMkLst>
        <pc:spChg chg="mod">
          <ac:chgData name="Panagiotis Herodotou" userId="0b8fad50-1c08-48a8-90b9-05d71b208ccb" providerId="ADAL" clId="{D0E52C18-80C9-467F-8A28-DEE091FFE148}" dt="2025-01-27T12:20:12.820" v="36" actId="20577"/>
          <ac:spMkLst>
            <pc:docMk/>
            <pc:sldMk cId="2606792929" sldId="340"/>
            <ac:spMk id="2" creationId="{D0043E82-87CD-1D5E-2643-551301F82FDF}"/>
          </ac:spMkLst>
        </pc:spChg>
      </pc:sldChg>
      <pc:sldChg chg="modSp mod">
        <pc:chgData name="Panagiotis Herodotou" userId="0b8fad50-1c08-48a8-90b9-05d71b208ccb" providerId="ADAL" clId="{D0E52C18-80C9-467F-8A28-DEE091FFE148}" dt="2025-01-27T12:24:04.440" v="352" actId="20577"/>
        <pc:sldMkLst>
          <pc:docMk/>
          <pc:sldMk cId="3540996720" sldId="342"/>
        </pc:sldMkLst>
        <pc:graphicFrameChg chg="mod modGraphic">
          <ac:chgData name="Panagiotis Herodotou" userId="0b8fad50-1c08-48a8-90b9-05d71b208ccb" providerId="ADAL" clId="{D0E52C18-80C9-467F-8A28-DEE091FFE148}" dt="2025-01-27T12:24:04.440" v="352" actId="20577"/>
          <ac:graphicFrameMkLst>
            <pc:docMk/>
            <pc:sldMk cId="3540996720" sldId="342"/>
            <ac:graphicFrameMk id="5" creationId="{6DE62065-ADF1-1FC1-1A20-674988F2ECC0}"/>
          </ac:graphicFrameMkLst>
        </pc:graphicFrameChg>
      </pc:sldChg>
      <pc:sldChg chg="modNotesTx">
        <pc:chgData name="Panagiotis Herodotou" userId="0b8fad50-1c08-48a8-90b9-05d71b208ccb" providerId="ADAL" clId="{D0E52C18-80C9-467F-8A28-DEE091FFE148}" dt="2025-01-27T12:23:38.761" v="345" actId="20577"/>
        <pc:sldMkLst>
          <pc:docMk/>
          <pc:sldMk cId="1084146890" sldId="343"/>
        </pc:sldMkLst>
      </pc:sldChg>
    </pc:docChg>
  </pc:docChgLst>
  <pc:docChgLst>
    <pc:chgData name="Panagiotis Herodotou" userId="0b8fad50-1c08-48a8-90b9-05d71b208ccb" providerId="ADAL" clId="{030EC875-40C4-4EC6-9916-9AF0EB9CC052}"/>
    <pc:docChg chg="undo custSel addSld delSld modSld sldOrd">
      <pc:chgData name="Panagiotis Herodotou" userId="0b8fad50-1c08-48a8-90b9-05d71b208ccb" providerId="ADAL" clId="{030EC875-40C4-4EC6-9916-9AF0EB9CC052}" dt="2024-12-27T15:37:38.038" v="2148" actId="20577"/>
      <pc:docMkLst>
        <pc:docMk/>
      </pc:docMkLst>
      <pc:sldChg chg="addSp delSp modSp mod setBg modNotesTx">
        <pc:chgData name="Panagiotis Herodotou" userId="0b8fad50-1c08-48a8-90b9-05d71b208ccb" providerId="ADAL" clId="{030EC875-40C4-4EC6-9916-9AF0EB9CC052}" dt="2024-12-27T15:37:38.038" v="2148" actId="20577"/>
        <pc:sldMkLst>
          <pc:docMk/>
          <pc:sldMk cId="1912274229" sldId="256"/>
        </pc:sldMkLst>
        <pc:spChg chg="mod">
          <ac:chgData name="Panagiotis Herodotou" userId="0b8fad50-1c08-48a8-90b9-05d71b208ccb" providerId="ADAL" clId="{030EC875-40C4-4EC6-9916-9AF0EB9CC052}" dt="2024-12-21T11:32:13.739" v="710" actId="1076"/>
          <ac:spMkLst>
            <pc:docMk/>
            <pc:sldMk cId="1912274229" sldId="256"/>
            <ac:spMk id="2" creationId="{3C474C63-85F2-6C86-8078-D4AEFE9C1574}"/>
          </ac:spMkLst>
        </pc:spChg>
        <pc:spChg chg="mo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3" creationId="{1051EA02-EF7E-DB99-E8F8-C9956E8E8052}"/>
          </ac:spMkLst>
        </pc:spChg>
        <pc:spChg chg="ad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1035" creationId="{8B330648-BE73-41A0-9F64-E5B1075E2C2D}"/>
          </ac:spMkLst>
        </pc:spChg>
        <pc:spChg chg="ad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1039" creationId="{02C3C01D-C868-4B78-9A8F-417BF50A429B}"/>
          </ac:spMkLst>
        </pc:spChg>
        <pc:spChg chg="add">
          <ac:chgData name="Panagiotis Herodotou" userId="0b8fad50-1c08-48a8-90b9-05d71b208ccb" providerId="ADAL" clId="{030EC875-40C4-4EC6-9916-9AF0EB9CC052}" dt="2024-12-21T11:31:24.185" v="694" actId="26606"/>
          <ac:spMkLst>
            <pc:docMk/>
            <pc:sldMk cId="1912274229" sldId="256"/>
            <ac:spMk id="1041" creationId="{8345B934-7CE4-4DA7-A0CB-2A2DF8818CE1}"/>
          </ac:spMkLst>
        </pc:spChg>
        <pc:picChg chg="add mod">
          <ac:chgData name="Panagiotis Herodotou" userId="0b8fad50-1c08-48a8-90b9-05d71b208ccb" providerId="ADAL" clId="{030EC875-40C4-4EC6-9916-9AF0EB9CC052}" dt="2024-12-21T11:32:15.316" v="712" actId="1076"/>
          <ac:picMkLst>
            <pc:docMk/>
            <pc:sldMk cId="1912274229" sldId="256"/>
            <ac:picMk id="1028" creationId="{90391A5C-9178-31D3-9772-86C1C304EB1E}"/>
          </ac:picMkLst>
        </pc:picChg>
        <pc:picChg chg="add mod">
          <ac:chgData name="Panagiotis Herodotou" userId="0b8fad50-1c08-48a8-90b9-05d71b208ccb" providerId="ADAL" clId="{030EC875-40C4-4EC6-9916-9AF0EB9CC052}" dt="2024-12-21T11:33:02.524" v="725" actId="1076"/>
          <ac:picMkLst>
            <pc:docMk/>
            <pc:sldMk cId="1912274229" sldId="256"/>
            <ac:picMk id="1030" creationId="{5F7BCB09-9787-E1FF-E45E-E080E6E057E2}"/>
          </ac:picMkLst>
        </pc:picChg>
        <pc:picChg chg="add mod">
          <ac:chgData name="Panagiotis Herodotou" userId="0b8fad50-1c08-48a8-90b9-05d71b208ccb" providerId="ADAL" clId="{030EC875-40C4-4EC6-9916-9AF0EB9CC052}" dt="2024-12-21T11:33:01.236" v="724" actId="1076"/>
          <ac:picMkLst>
            <pc:docMk/>
            <pc:sldMk cId="1912274229" sldId="256"/>
            <ac:picMk id="1032" creationId="{38897847-1541-CFA8-CE39-55980D09007E}"/>
          </ac:picMkLst>
        </pc:picChg>
        <pc:cxnChg chg="add">
          <ac:chgData name="Panagiotis Herodotou" userId="0b8fad50-1c08-48a8-90b9-05d71b208ccb" providerId="ADAL" clId="{030EC875-40C4-4EC6-9916-9AF0EB9CC052}" dt="2024-12-21T11:31:24.185" v="694" actId="26606"/>
          <ac:cxnSpMkLst>
            <pc:docMk/>
            <pc:sldMk cId="1912274229" sldId="256"/>
            <ac:cxnSpMk id="1037" creationId="{6DAFB303-4B24-485A-B806-C147A23632BD}"/>
          </ac:cxnSpMkLst>
        </pc:cxnChg>
      </pc:sldChg>
      <pc:sldChg chg="del">
        <pc:chgData name="Panagiotis Herodotou" userId="0b8fad50-1c08-48a8-90b9-05d71b208ccb" providerId="ADAL" clId="{030EC875-40C4-4EC6-9916-9AF0EB9CC052}" dt="2024-12-21T11:25:21.205" v="415" actId="47"/>
        <pc:sldMkLst>
          <pc:docMk/>
          <pc:sldMk cId="309595393" sldId="258"/>
        </pc:sldMkLst>
      </pc:sldChg>
      <pc:sldChg chg="del">
        <pc:chgData name="Panagiotis Herodotou" userId="0b8fad50-1c08-48a8-90b9-05d71b208ccb" providerId="ADAL" clId="{030EC875-40C4-4EC6-9916-9AF0EB9CC052}" dt="2024-12-21T11:25:21.429" v="416" actId="47"/>
        <pc:sldMkLst>
          <pc:docMk/>
          <pc:sldMk cId="4098410059" sldId="259"/>
        </pc:sldMkLst>
      </pc:sldChg>
      <pc:sldChg chg="del">
        <pc:chgData name="Panagiotis Herodotou" userId="0b8fad50-1c08-48a8-90b9-05d71b208ccb" providerId="ADAL" clId="{030EC875-40C4-4EC6-9916-9AF0EB9CC052}" dt="2024-12-21T11:25:22.293" v="417" actId="47"/>
        <pc:sldMkLst>
          <pc:docMk/>
          <pc:sldMk cId="590549076" sldId="319"/>
        </pc:sldMkLst>
      </pc:sldChg>
      <pc:sldChg chg="del">
        <pc:chgData name="Panagiotis Herodotou" userId="0b8fad50-1c08-48a8-90b9-05d71b208ccb" providerId="ADAL" clId="{030EC875-40C4-4EC6-9916-9AF0EB9CC052}" dt="2024-12-21T11:25:22.604" v="418" actId="47"/>
        <pc:sldMkLst>
          <pc:docMk/>
          <pc:sldMk cId="2994738546" sldId="320"/>
        </pc:sldMkLst>
      </pc:sldChg>
      <pc:sldChg chg="modSp">
        <pc:chgData name="Panagiotis Herodotou" userId="0b8fad50-1c08-48a8-90b9-05d71b208ccb" providerId="ADAL" clId="{030EC875-40C4-4EC6-9916-9AF0EB9CC052}" dt="2024-12-21T15:23:13.757" v="852"/>
        <pc:sldMkLst>
          <pc:docMk/>
          <pc:sldMk cId="4134341266" sldId="321"/>
        </pc:sldMkLst>
        <pc:graphicFrameChg chg="mod">
          <ac:chgData name="Panagiotis Herodotou" userId="0b8fad50-1c08-48a8-90b9-05d71b208ccb" providerId="ADAL" clId="{030EC875-40C4-4EC6-9916-9AF0EB9CC052}" dt="2024-12-21T15:23:13.757" v="852"/>
          <ac:graphicFrameMkLst>
            <pc:docMk/>
            <pc:sldMk cId="4134341266" sldId="321"/>
            <ac:graphicFrameMk id="7" creationId="{DAC44C09-4F19-3665-F470-CE2A33FF8DBD}"/>
          </ac:graphicFrameMkLst>
        </pc:graphicFrameChg>
      </pc:sldChg>
      <pc:sldChg chg="addSp delSp modSp mod ord">
        <pc:chgData name="Panagiotis Herodotou" userId="0b8fad50-1c08-48a8-90b9-05d71b208ccb" providerId="ADAL" clId="{030EC875-40C4-4EC6-9916-9AF0EB9CC052}" dt="2024-12-27T13:12:20.362" v="1585" actId="27636"/>
        <pc:sldMkLst>
          <pc:docMk/>
          <pc:sldMk cId="2023408695" sldId="322"/>
        </pc:sldMkLst>
        <pc:spChg chg="mod">
          <ac:chgData name="Panagiotis Herodotou" userId="0b8fad50-1c08-48a8-90b9-05d71b208ccb" providerId="ADAL" clId="{030EC875-40C4-4EC6-9916-9AF0EB9CC052}" dt="2024-12-21T15:32:57.091" v="962" actId="26606"/>
          <ac:spMkLst>
            <pc:docMk/>
            <pc:sldMk cId="2023408695" sldId="322"/>
            <ac:spMk id="2" creationId="{62594C77-37CE-AAF7-17CF-C977C14BECC0}"/>
          </ac:spMkLst>
        </pc:spChg>
        <pc:spChg chg="mod ord">
          <ac:chgData name="Panagiotis Herodotou" userId="0b8fad50-1c08-48a8-90b9-05d71b208ccb" providerId="ADAL" clId="{030EC875-40C4-4EC6-9916-9AF0EB9CC052}" dt="2024-12-27T13:12:20.362" v="1585" actId="27636"/>
          <ac:spMkLst>
            <pc:docMk/>
            <pc:sldMk cId="2023408695" sldId="322"/>
            <ac:spMk id="3" creationId="{0FB9251D-C759-DDC4-B939-2B20A430F16D}"/>
          </ac:spMkLst>
        </pc:spChg>
        <pc:spChg chg="add">
          <ac:chgData name="Panagiotis Herodotou" userId="0b8fad50-1c08-48a8-90b9-05d71b208ccb" providerId="ADAL" clId="{030EC875-40C4-4EC6-9916-9AF0EB9CC052}" dt="2024-12-21T15:32:57.091" v="962" actId="26606"/>
          <ac:spMkLst>
            <pc:docMk/>
            <pc:sldMk cId="2023408695" sldId="322"/>
            <ac:spMk id="2057" creationId="{73B90B8B-F76B-4130-8370-38033EEACB93}"/>
          </ac:spMkLst>
        </pc:spChg>
        <pc:spChg chg="add">
          <ac:chgData name="Panagiotis Herodotou" userId="0b8fad50-1c08-48a8-90b9-05d71b208ccb" providerId="ADAL" clId="{030EC875-40C4-4EC6-9916-9AF0EB9CC052}" dt="2024-12-21T15:32:57.091" v="962" actId="26606"/>
          <ac:spMkLst>
            <pc:docMk/>
            <pc:sldMk cId="2023408695" sldId="322"/>
            <ac:spMk id="2061" creationId="{91C67939-3FD0-4B45-8AA4-9FE55C7EE127}"/>
          </ac:spMkLst>
        </pc:spChg>
        <pc:spChg chg="add">
          <ac:chgData name="Panagiotis Herodotou" userId="0b8fad50-1c08-48a8-90b9-05d71b208ccb" providerId="ADAL" clId="{030EC875-40C4-4EC6-9916-9AF0EB9CC052}" dt="2024-12-21T15:32:57.091" v="962" actId="26606"/>
          <ac:spMkLst>
            <pc:docMk/>
            <pc:sldMk cId="2023408695" sldId="322"/>
            <ac:spMk id="2063" creationId="{0981A96A-A87C-4F87-845A-3B0A6529F543}"/>
          </ac:spMkLst>
        </pc:spChg>
        <pc:picChg chg="add mod ord">
          <ac:chgData name="Panagiotis Herodotou" userId="0b8fad50-1c08-48a8-90b9-05d71b208ccb" providerId="ADAL" clId="{030EC875-40C4-4EC6-9916-9AF0EB9CC052}" dt="2024-12-21T15:32:57.091" v="962" actId="26606"/>
          <ac:picMkLst>
            <pc:docMk/>
            <pc:sldMk cId="2023408695" sldId="322"/>
            <ac:picMk id="2050" creationId="{FBA2D4AC-EBF5-5719-4013-4648BDAB164F}"/>
          </ac:picMkLst>
        </pc:picChg>
        <pc:picChg chg="add mod">
          <ac:chgData name="Panagiotis Herodotou" userId="0b8fad50-1c08-48a8-90b9-05d71b208ccb" providerId="ADAL" clId="{030EC875-40C4-4EC6-9916-9AF0EB9CC052}" dt="2024-12-21T15:32:57.091" v="962" actId="26606"/>
          <ac:picMkLst>
            <pc:docMk/>
            <pc:sldMk cId="2023408695" sldId="322"/>
            <ac:picMk id="2052" creationId="{E93F29B7-AFE4-4DA3-C3BA-4FBBFE7BAF7F}"/>
          </ac:picMkLst>
        </pc:picChg>
        <pc:cxnChg chg="add">
          <ac:chgData name="Panagiotis Herodotou" userId="0b8fad50-1c08-48a8-90b9-05d71b208ccb" providerId="ADAL" clId="{030EC875-40C4-4EC6-9916-9AF0EB9CC052}" dt="2024-12-21T15:32:57.091" v="962" actId="26606"/>
          <ac:cxnSpMkLst>
            <pc:docMk/>
            <pc:sldMk cId="2023408695" sldId="322"/>
            <ac:cxnSpMk id="2059" creationId="{C2D93264-3FF9-4175-A7FA-F927F0F77AA0}"/>
          </ac:cxnSpMkLst>
        </pc:cxnChg>
      </pc:sldChg>
      <pc:sldChg chg="del">
        <pc:chgData name="Panagiotis Herodotou" userId="0b8fad50-1c08-48a8-90b9-05d71b208ccb" providerId="ADAL" clId="{030EC875-40C4-4EC6-9916-9AF0EB9CC052}" dt="2024-12-21T11:25:29.711" v="420" actId="47"/>
        <pc:sldMkLst>
          <pc:docMk/>
          <pc:sldMk cId="2038919843" sldId="323"/>
        </pc:sldMkLst>
      </pc:sldChg>
      <pc:sldChg chg="del">
        <pc:chgData name="Panagiotis Herodotou" userId="0b8fad50-1c08-48a8-90b9-05d71b208ccb" providerId="ADAL" clId="{030EC875-40C4-4EC6-9916-9AF0EB9CC052}" dt="2024-12-21T11:25:26.270" v="419" actId="47"/>
        <pc:sldMkLst>
          <pc:docMk/>
          <pc:sldMk cId="1111331488" sldId="324"/>
        </pc:sldMkLst>
      </pc:sldChg>
      <pc:sldChg chg="del">
        <pc:chgData name="Panagiotis Herodotou" userId="0b8fad50-1c08-48a8-90b9-05d71b208ccb" providerId="ADAL" clId="{030EC875-40C4-4EC6-9916-9AF0EB9CC052}" dt="2024-12-21T11:25:30.548" v="422" actId="47"/>
        <pc:sldMkLst>
          <pc:docMk/>
          <pc:sldMk cId="3668904314" sldId="325"/>
        </pc:sldMkLst>
      </pc:sldChg>
      <pc:sldChg chg="del">
        <pc:chgData name="Panagiotis Herodotou" userId="0b8fad50-1c08-48a8-90b9-05d71b208ccb" providerId="ADAL" clId="{030EC875-40C4-4EC6-9916-9AF0EB9CC052}" dt="2024-12-21T11:25:19.120" v="414" actId="47"/>
        <pc:sldMkLst>
          <pc:docMk/>
          <pc:sldMk cId="529525903" sldId="326"/>
        </pc:sldMkLst>
      </pc:sldChg>
      <pc:sldChg chg="del">
        <pc:chgData name="Panagiotis Herodotou" userId="0b8fad50-1c08-48a8-90b9-05d71b208ccb" providerId="ADAL" clId="{030EC875-40C4-4EC6-9916-9AF0EB9CC052}" dt="2024-12-21T11:25:18.866" v="413" actId="47"/>
        <pc:sldMkLst>
          <pc:docMk/>
          <pc:sldMk cId="213343424" sldId="327"/>
        </pc:sldMkLst>
      </pc:sldChg>
      <pc:sldChg chg="modSp del mod">
        <pc:chgData name="Panagiotis Herodotou" userId="0b8fad50-1c08-48a8-90b9-05d71b208ccb" providerId="ADAL" clId="{030EC875-40C4-4EC6-9916-9AF0EB9CC052}" dt="2024-12-21T11:41:04.031" v="813" actId="47"/>
        <pc:sldMkLst>
          <pc:docMk/>
          <pc:sldMk cId="286372012" sldId="329"/>
        </pc:sldMkLst>
      </pc:sldChg>
      <pc:sldChg chg="del">
        <pc:chgData name="Panagiotis Herodotou" userId="0b8fad50-1c08-48a8-90b9-05d71b208ccb" providerId="ADAL" clId="{030EC875-40C4-4EC6-9916-9AF0EB9CC052}" dt="2024-12-21T11:25:36.968" v="425" actId="47"/>
        <pc:sldMkLst>
          <pc:docMk/>
          <pc:sldMk cId="2849041210" sldId="331"/>
        </pc:sldMkLst>
      </pc:sldChg>
      <pc:sldChg chg="del">
        <pc:chgData name="Panagiotis Herodotou" userId="0b8fad50-1c08-48a8-90b9-05d71b208ccb" providerId="ADAL" clId="{030EC875-40C4-4EC6-9916-9AF0EB9CC052}" dt="2024-12-21T11:25:32.615" v="424" actId="47"/>
        <pc:sldMkLst>
          <pc:docMk/>
          <pc:sldMk cId="1682109083" sldId="332"/>
        </pc:sldMkLst>
      </pc:sldChg>
      <pc:sldChg chg="del">
        <pc:chgData name="Panagiotis Herodotou" userId="0b8fad50-1c08-48a8-90b9-05d71b208ccb" providerId="ADAL" clId="{030EC875-40C4-4EC6-9916-9AF0EB9CC052}" dt="2024-12-21T11:25:37.471" v="426" actId="47"/>
        <pc:sldMkLst>
          <pc:docMk/>
          <pc:sldMk cId="1498520135" sldId="333"/>
        </pc:sldMkLst>
      </pc:sldChg>
      <pc:sldChg chg="del">
        <pc:chgData name="Panagiotis Herodotou" userId="0b8fad50-1c08-48a8-90b9-05d71b208ccb" providerId="ADAL" clId="{030EC875-40C4-4EC6-9916-9AF0EB9CC052}" dt="2024-12-21T11:25:29.916" v="421" actId="47"/>
        <pc:sldMkLst>
          <pc:docMk/>
          <pc:sldMk cId="3955111320" sldId="334"/>
        </pc:sldMkLst>
      </pc:sldChg>
      <pc:sldChg chg="del">
        <pc:chgData name="Panagiotis Herodotou" userId="0b8fad50-1c08-48a8-90b9-05d71b208ccb" providerId="ADAL" clId="{030EC875-40C4-4EC6-9916-9AF0EB9CC052}" dt="2024-12-21T11:25:31.415" v="423" actId="47"/>
        <pc:sldMkLst>
          <pc:docMk/>
          <pc:sldMk cId="4007445142" sldId="335"/>
        </pc:sldMkLst>
      </pc:sldChg>
      <pc:sldChg chg="modSp new del mod modNotesTx">
        <pc:chgData name="Panagiotis Herodotou" userId="0b8fad50-1c08-48a8-90b9-05d71b208ccb" providerId="ADAL" clId="{030EC875-40C4-4EC6-9916-9AF0EB9CC052}" dt="2024-12-21T11:38:30.408" v="803" actId="47"/>
        <pc:sldMkLst>
          <pc:docMk/>
          <pc:sldMk cId="2750413581" sldId="336"/>
        </pc:sldMkLst>
      </pc:sldChg>
      <pc:sldChg chg="addSp delSp modSp new mod setBg modNotesTx">
        <pc:chgData name="Panagiotis Herodotou" userId="0b8fad50-1c08-48a8-90b9-05d71b208ccb" providerId="ADAL" clId="{030EC875-40C4-4EC6-9916-9AF0EB9CC052}" dt="2024-12-21T15:29:24.583" v="938" actId="403"/>
        <pc:sldMkLst>
          <pc:docMk/>
          <pc:sldMk cId="4266541275" sldId="337"/>
        </pc:sldMkLst>
        <pc:spChg chg="mod">
          <ac:chgData name="Panagiotis Herodotou" userId="0b8fad50-1c08-48a8-90b9-05d71b208ccb" providerId="ADAL" clId="{030EC875-40C4-4EC6-9916-9AF0EB9CC052}" dt="2024-12-21T15:29:07.999" v="933" actId="20577"/>
          <ac:spMkLst>
            <pc:docMk/>
            <pc:sldMk cId="4266541275" sldId="337"/>
            <ac:spMk id="2" creationId="{652F44EA-ABEB-D9D1-B99D-F9F1686F9167}"/>
          </ac:spMkLst>
        </pc:spChg>
        <pc:graphicFrameChg chg="add mod modGraphic">
          <ac:chgData name="Panagiotis Herodotou" userId="0b8fad50-1c08-48a8-90b9-05d71b208ccb" providerId="ADAL" clId="{030EC875-40C4-4EC6-9916-9AF0EB9CC052}" dt="2024-12-21T15:29:24.583" v="938" actId="403"/>
          <ac:graphicFrameMkLst>
            <pc:docMk/>
            <pc:sldMk cId="4266541275" sldId="337"/>
            <ac:graphicFrameMk id="7" creationId="{3E977394-0CF1-0933-57BF-963EB14D8DDD}"/>
          </ac:graphicFrameMkLst>
        </pc:graphicFrameChg>
      </pc:sldChg>
      <pc:sldChg chg="addSp delSp modSp new mod setBg modNotesTx">
        <pc:chgData name="Panagiotis Herodotou" userId="0b8fad50-1c08-48a8-90b9-05d71b208ccb" providerId="ADAL" clId="{030EC875-40C4-4EC6-9916-9AF0EB9CC052}" dt="2024-12-27T13:10:06.569" v="1082" actId="20577"/>
        <pc:sldMkLst>
          <pc:docMk/>
          <pc:sldMk cId="1807734263" sldId="338"/>
        </pc:sldMkLst>
        <pc:spChg chg="mod">
          <ac:chgData name="Panagiotis Herodotou" userId="0b8fad50-1c08-48a8-90b9-05d71b208ccb" providerId="ADAL" clId="{030EC875-40C4-4EC6-9916-9AF0EB9CC052}" dt="2024-12-21T15:24:16.783" v="868" actId="26606"/>
          <ac:spMkLst>
            <pc:docMk/>
            <pc:sldMk cId="1807734263" sldId="338"/>
            <ac:spMk id="2" creationId="{9C92F323-D649-250D-0357-CC2F76D802E2}"/>
          </ac:spMkLst>
        </pc:spChg>
        <pc:graphicFrameChg chg="add mod modGraphic">
          <ac:chgData name="Panagiotis Herodotou" userId="0b8fad50-1c08-48a8-90b9-05d71b208ccb" providerId="ADAL" clId="{030EC875-40C4-4EC6-9916-9AF0EB9CC052}" dt="2024-12-21T15:26:07.015" v="894" actId="255"/>
          <ac:graphicFrameMkLst>
            <pc:docMk/>
            <pc:sldMk cId="1807734263" sldId="338"/>
            <ac:graphicFrameMk id="12" creationId="{A22986E1-88D7-1DA7-601A-6547C403D0F1}"/>
          </ac:graphicFrameMkLst>
        </pc:graphicFrameChg>
      </pc:sldChg>
      <pc:sldChg chg="addSp delSp modSp new mod setBg modNotesTx">
        <pc:chgData name="Panagiotis Herodotou" userId="0b8fad50-1c08-48a8-90b9-05d71b208ccb" providerId="ADAL" clId="{030EC875-40C4-4EC6-9916-9AF0EB9CC052}" dt="2024-12-27T13:11:20.907" v="1418" actId="20577"/>
        <pc:sldMkLst>
          <pc:docMk/>
          <pc:sldMk cId="2500038018" sldId="339"/>
        </pc:sldMkLst>
        <pc:spChg chg="mod">
          <ac:chgData name="Panagiotis Herodotou" userId="0b8fad50-1c08-48a8-90b9-05d71b208ccb" providerId="ADAL" clId="{030EC875-40C4-4EC6-9916-9AF0EB9CC052}" dt="2024-12-21T15:24:35.123" v="875" actId="26606"/>
          <ac:spMkLst>
            <pc:docMk/>
            <pc:sldMk cId="2500038018" sldId="339"/>
            <ac:spMk id="2" creationId="{D41B0C38-C585-48CF-9E1C-F06FB2D6F3D7}"/>
          </ac:spMkLst>
        </pc:spChg>
        <pc:graphicFrameChg chg="add">
          <ac:chgData name="Panagiotis Herodotou" userId="0b8fad50-1c08-48a8-90b9-05d71b208ccb" providerId="ADAL" clId="{030EC875-40C4-4EC6-9916-9AF0EB9CC052}" dt="2024-12-21T15:24:35.123" v="875" actId="26606"/>
          <ac:graphicFrameMkLst>
            <pc:docMk/>
            <pc:sldMk cId="2500038018" sldId="339"/>
            <ac:graphicFrameMk id="16" creationId="{6E52166C-0F2E-12BE-7DE4-21B203DED0E7}"/>
          </ac:graphicFrameMkLst>
        </pc:graphicFrameChg>
      </pc:sldChg>
      <pc:sldChg chg="addSp delSp modSp new mod ord setBg modNotesTx">
        <pc:chgData name="Panagiotis Herodotou" userId="0b8fad50-1c08-48a8-90b9-05d71b208ccb" providerId="ADAL" clId="{030EC875-40C4-4EC6-9916-9AF0EB9CC052}" dt="2024-12-27T13:12:03.956" v="1583" actId="20577"/>
        <pc:sldMkLst>
          <pc:docMk/>
          <pc:sldMk cId="2606792929" sldId="340"/>
        </pc:sldMkLst>
        <pc:spChg chg="mod">
          <ac:chgData name="Panagiotis Herodotou" userId="0b8fad50-1c08-48a8-90b9-05d71b208ccb" providerId="ADAL" clId="{030EC875-40C4-4EC6-9916-9AF0EB9CC052}" dt="2024-12-21T15:25:28.793" v="887" actId="26606"/>
          <ac:spMkLst>
            <pc:docMk/>
            <pc:sldMk cId="2606792929" sldId="340"/>
            <ac:spMk id="2" creationId="{D0043E82-87CD-1D5E-2643-551301F82FDF}"/>
          </ac:spMkLst>
        </pc:spChg>
        <pc:graphicFrameChg chg="add mod modGraphic">
          <ac:chgData name="Panagiotis Herodotou" userId="0b8fad50-1c08-48a8-90b9-05d71b208ccb" providerId="ADAL" clId="{030EC875-40C4-4EC6-9916-9AF0EB9CC052}" dt="2024-12-21T15:26:56.402" v="907" actId="14100"/>
          <ac:graphicFrameMkLst>
            <pc:docMk/>
            <pc:sldMk cId="2606792929" sldId="340"/>
            <ac:graphicFrameMk id="26" creationId="{37FD7D38-58B5-47AA-B3C2-4353F7F54210}"/>
          </ac:graphicFrameMkLst>
        </pc:graphicFrameChg>
      </pc:sldChg>
      <pc:sldChg chg="new del">
        <pc:chgData name="Panagiotis Herodotou" userId="0b8fad50-1c08-48a8-90b9-05d71b208ccb" providerId="ADAL" clId="{030EC875-40C4-4EC6-9916-9AF0EB9CC052}" dt="2024-12-21T11:41:05.009" v="814" actId="47"/>
        <pc:sldMkLst>
          <pc:docMk/>
          <pc:sldMk cId="304982056" sldId="341"/>
        </pc:sldMkLst>
      </pc:sldChg>
      <pc:sldChg chg="addSp delSp modSp new mod setBg addAnim delAnim modAnim setClrOvrMap">
        <pc:chgData name="Panagiotis Herodotou" userId="0b8fad50-1c08-48a8-90b9-05d71b208ccb" providerId="ADAL" clId="{030EC875-40C4-4EC6-9916-9AF0EB9CC052}" dt="2024-12-22T10:25:15.781" v="972" actId="403"/>
        <pc:sldMkLst>
          <pc:docMk/>
          <pc:sldMk cId="1887030383" sldId="341"/>
        </pc:sldMkLst>
        <pc:spChg chg="mod">
          <ac:chgData name="Panagiotis Herodotou" userId="0b8fad50-1c08-48a8-90b9-05d71b208ccb" providerId="ADAL" clId="{030EC875-40C4-4EC6-9916-9AF0EB9CC052}" dt="2024-12-21T15:31:40.638" v="952" actId="26606"/>
          <ac:spMkLst>
            <pc:docMk/>
            <pc:sldMk cId="1887030383" sldId="341"/>
            <ac:spMk id="2" creationId="{1ECE9E62-5F3F-9FE1-D954-5B932C360165}"/>
          </ac:spMkLst>
        </pc:spChg>
        <pc:spChg chg="mod ord">
          <ac:chgData name="Panagiotis Herodotou" userId="0b8fad50-1c08-48a8-90b9-05d71b208ccb" providerId="ADAL" clId="{030EC875-40C4-4EC6-9916-9AF0EB9CC052}" dt="2024-12-22T10:25:15.781" v="972" actId="403"/>
          <ac:spMkLst>
            <pc:docMk/>
            <pc:sldMk cId="1887030383" sldId="341"/>
            <ac:spMk id="3" creationId="{07060195-A081-F8CB-D637-ED15BDCF3EDB}"/>
          </ac:spMkLst>
        </pc:spChg>
        <pc:spChg chg="add">
          <ac:chgData name="Panagiotis Herodotou" userId="0b8fad50-1c08-48a8-90b9-05d71b208ccb" providerId="ADAL" clId="{030EC875-40C4-4EC6-9916-9AF0EB9CC052}" dt="2024-12-21T15:31:40.638" v="952" actId="26606"/>
          <ac:spMkLst>
            <pc:docMk/>
            <pc:sldMk cId="1887030383" sldId="341"/>
            <ac:spMk id="1042" creationId="{52ABB703-2B0E-4C3B-B4A2-F3973548E561}"/>
          </ac:spMkLst>
        </pc:spChg>
        <pc:spChg chg="add">
          <ac:chgData name="Panagiotis Herodotou" userId="0b8fad50-1c08-48a8-90b9-05d71b208ccb" providerId="ADAL" clId="{030EC875-40C4-4EC6-9916-9AF0EB9CC052}" dt="2024-12-21T15:31:40.638" v="952" actId="26606"/>
          <ac:spMkLst>
            <pc:docMk/>
            <pc:sldMk cId="1887030383" sldId="341"/>
            <ac:spMk id="1046" creationId="{E95DA498-D9A2-4DA9-B9DA-B3776E08CF7E}"/>
          </ac:spMkLst>
        </pc:spChg>
        <pc:spChg chg="add">
          <ac:chgData name="Panagiotis Herodotou" userId="0b8fad50-1c08-48a8-90b9-05d71b208ccb" providerId="ADAL" clId="{030EC875-40C4-4EC6-9916-9AF0EB9CC052}" dt="2024-12-21T15:31:40.638" v="952" actId="26606"/>
          <ac:spMkLst>
            <pc:docMk/>
            <pc:sldMk cId="1887030383" sldId="341"/>
            <ac:spMk id="1048" creationId="{82A73093-4B9D-420D-B17E-52293703A1D4}"/>
          </ac:spMkLst>
        </pc:spChg>
        <pc:picChg chg="add mod">
          <ac:chgData name="Panagiotis Herodotou" userId="0b8fad50-1c08-48a8-90b9-05d71b208ccb" providerId="ADAL" clId="{030EC875-40C4-4EC6-9916-9AF0EB9CC052}" dt="2024-12-21T15:31:40.638" v="952" actId="26606"/>
          <ac:picMkLst>
            <pc:docMk/>
            <pc:sldMk cId="1887030383" sldId="341"/>
            <ac:picMk id="1026" creationId="{62A65878-D3A2-7DB7-D4F1-74714DF5C0C8}"/>
          </ac:picMkLst>
        </pc:picChg>
        <pc:cxnChg chg="add">
          <ac:chgData name="Panagiotis Herodotou" userId="0b8fad50-1c08-48a8-90b9-05d71b208ccb" providerId="ADAL" clId="{030EC875-40C4-4EC6-9916-9AF0EB9CC052}" dt="2024-12-21T15:31:40.638" v="952" actId="26606"/>
          <ac:cxnSpMkLst>
            <pc:docMk/>
            <pc:sldMk cId="1887030383" sldId="341"/>
            <ac:cxnSpMk id="1044" creationId="{9C21570E-E159-49A6-9891-FA397B7A92D3}"/>
          </ac:cxnSpMkLst>
        </pc:cxnChg>
      </pc:sldChg>
      <pc:sldChg chg="addSp delSp modSp new mod ord">
        <pc:chgData name="Panagiotis Herodotou" userId="0b8fad50-1c08-48a8-90b9-05d71b208ccb" providerId="ADAL" clId="{030EC875-40C4-4EC6-9916-9AF0EB9CC052}" dt="2024-12-27T15:27:31.231" v="1971" actId="20577"/>
        <pc:sldMkLst>
          <pc:docMk/>
          <pc:sldMk cId="3540996720" sldId="342"/>
        </pc:sldMkLst>
        <pc:spChg chg="mod">
          <ac:chgData name="Panagiotis Herodotou" userId="0b8fad50-1c08-48a8-90b9-05d71b208ccb" providerId="ADAL" clId="{030EC875-40C4-4EC6-9916-9AF0EB9CC052}" dt="2024-12-27T14:24:40.677" v="1597" actId="20577"/>
          <ac:spMkLst>
            <pc:docMk/>
            <pc:sldMk cId="3540996720" sldId="342"/>
            <ac:spMk id="2" creationId="{1DF442E8-68A3-AD66-88EC-8B1C9725722A}"/>
          </ac:spMkLst>
        </pc:spChg>
        <pc:graphicFrameChg chg="add mod ord modGraphic">
          <ac:chgData name="Panagiotis Herodotou" userId="0b8fad50-1c08-48a8-90b9-05d71b208ccb" providerId="ADAL" clId="{030EC875-40C4-4EC6-9916-9AF0EB9CC052}" dt="2024-12-27T15:27:31.231" v="1971" actId="20577"/>
          <ac:graphicFrameMkLst>
            <pc:docMk/>
            <pc:sldMk cId="3540996720" sldId="342"/>
            <ac:graphicFrameMk id="5" creationId="{6DE62065-ADF1-1FC1-1A20-674988F2ECC0}"/>
          </ac:graphicFrameMkLst>
        </pc:graphicFrameChg>
      </pc:sldChg>
    </pc:docChg>
  </pc:docChgLst>
  <pc:docChgLst>
    <pc:chgData name="Panagiotis Herodotou" userId="0b8fad50-1c08-48a8-90b9-05d71b208ccb" providerId="ADAL" clId="{FCE1705E-422A-4547-9F8F-2CA1C74CCD44}"/>
    <pc:docChg chg="undo custSel addSld delSld modSld sldOrd">
      <pc:chgData name="Panagiotis Herodotou" userId="0b8fad50-1c08-48a8-90b9-05d71b208ccb" providerId="ADAL" clId="{FCE1705E-422A-4547-9F8F-2CA1C74CCD44}" dt="2024-04-19T13:39:28.302" v="1658" actId="20577"/>
      <pc:docMkLst>
        <pc:docMk/>
      </pc:docMkLst>
      <pc:sldChg chg="addSp delSp modSp mod setBg addAnim delAnim setClrOvrMap">
        <pc:chgData name="Panagiotis Herodotou" userId="0b8fad50-1c08-48a8-90b9-05d71b208ccb" providerId="ADAL" clId="{FCE1705E-422A-4547-9F8F-2CA1C74CCD44}" dt="2024-04-18T10:34:47.957" v="1441" actId="26606"/>
        <pc:sldMkLst>
          <pc:docMk/>
          <pc:sldMk cId="1912274229" sldId="256"/>
        </pc:sldMkLst>
      </pc:sldChg>
      <pc:sldChg chg="addSp delSp modSp mod">
        <pc:chgData name="Panagiotis Herodotou" userId="0b8fad50-1c08-48a8-90b9-05d71b208ccb" providerId="ADAL" clId="{FCE1705E-422A-4547-9F8F-2CA1C74CCD44}" dt="2024-04-19T13:39:28.302" v="1658" actId="20577"/>
        <pc:sldMkLst>
          <pc:docMk/>
          <pc:sldMk cId="2023408695" sldId="322"/>
        </pc:sldMkLst>
      </pc:sldChg>
      <pc:sldChg chg="modSp mod modNotesTx">
        <pc:chgData name="Panagiotis Herodotou" userId="0b8fad50-1c08-48a8-90b9-05d71b208ccb" providerId="ADAL" clId="{FCE1705E-422A-4547-9F8F-2CA1C74CCD44}" dt="2024-04-18T08:40:42.845" v="1107" actId="5793"/>
        <pc:sldMkLst>
          <pc:docMk/>
          <pc:sldMk cId="2038919843" sldId="323"/>
        </pc:sldMkLst>
      </pc:sldChg>
      <pc:sldChg chg="addSp delSp mod modShow">
        <pc:chgData name="Panagiotis Herodotou" userId="0b8fad50-1c08-48a8-90b9-05d71b208ccb" providerId="ADAL" clId="{FCE1705E-422A-4547-9F8F-2CA1C74CCD44}" dt="2024-04-18T08:07:19.307" v="302" actId="729"/>
        <pc:sldMkLst>
          <pc:docMk/>
          <pc:sldMk cId="1111331488" sldId="324"/>
        </pc:sldMkLst>
      </pc:sldChg>
      <pc:sldChg chg="modSp mod">
        <pc:chgData name="Panagiotis Herodotou" userId="0b8fad50-1c08-48a8-90b9-05d71b208ccb" providerId="ADAL" clId="{FCE1705E-422A-4547-9F8F-2CA1C74CCD44}" dt="2024-04-18T08:43:48.549" v="1132"/>
        <pc:sldMkLst>
          <pc:docMk/>
          <pc:sldMk cId="3668904314" sldId="325"/>
        </pc:sldMkLst>
      </pc:sldChg>
      <pc:sldChg chg="modSp mod modNotesTx">
        <pc:chgData name="Panagiotis Herodotou" userId="0b8fad50-1c08-48a8-90b9-05d71b208ccb" providerId="ADAL" clId="{FCE1705E-422A-4547-9F8F-2CA1C74CCD44}" dt="2024-04-18T10:34:18.112" v="1437" actId="1076"/>
        <pc:sldMkLst>
          <pc:docMk/>
          <pc:sldMk cId="529525903" sldId="326"/>
        </pc:sldMkLst>
      </pc:sldChg>
      <pc:sldChg chg="addSp delSp modSp mod">
        <pc:chgData name="Panagiotis Herodotou" userId="0b8fad50-1c08-48a8-90b9-05d71b208ccb" providerId="ADAL" clId="{FCE1705E-422A-4547-9F8F-2CA1C74CCD44}" dt="2024-04-19T10:03:49.975" v="1649" actId="20577"/>
        <pc:sldMkLst>
          <pc:docMk/>
          <pc:sldMk cId="286372012" sldId="329"/>
        </pc:sldMkLst>
      </pc:sldChg>
      <pc:sldChg chg="addSp delSp modSp mod setBg modNotesTx">
        <pc:chgData name="Panagiotis Herodotou" userId="0b8fad50-1c08-48a8-90b9-05d71b208ccb" providerId="ADAL" clId="{FCE1705E-422A-4547-9F8F-2CA1C74CCD44}" dt="2024-04-19T10:04:36.127" v="1654" actId="20577"/>
        <pc:sldMkLst>
          <pc:docMk/>
          <pc:sldMk cId="2849041210" sldId="331"/>
        </pc:sldMkLst>
      </pc:sldChg>
      <pc:sldChg chg="modSp mod">
        <pc:chgData name="Panagiotis Herodotou" userId="0b8fad50-1c08-48a8-90b9-05d71b208ccb" providerId="ADAL" clId="{FCE1705E-422A-4547-9F8F-2CA1C74CCD44}" dt="2024-04-19T08:27:59.276" v="1555"/>
        <pc:sldMkLst>
          <pc:docMk/>
          <pc:sldMk cId="1498520135" sldId="333"/>
        </pc:sldMkLst>
      </pc:sldChg>
      <pc:sldChg chg="del">
        <pc:chgData name="Panagiotis Herodotou" userId="0b8fad50-1c08-48a8-90b9-05d71b208ccb" providerId="ADAL" clId="{FCE1705E-422A-4547-9F8F-2CA1C74CCD44}" dt="2024-04-16T13:14:44.601" v="0" actId="47"/>
        <pc:sldMkLst>
          <pc:docMk/>
          <pc:sldMk cId="1753579364" sldId="334"/>
        </pc:sldMkLst>
      </pc:sldChg>
      <pc:sldChg chg="modSp add mod ord modShow">
        <pc:chgData name="Panagiotis Herodotou" userId="0b8fad50-1c08-48a8-90b9-05d71b208ccb" providerId="ADAL" clId="{FCE1705E-422A-4547-9F8F-2CA1C74CCD44}" dt="2024-04-18T08:42:56.883" v="1128" actId="20577"/>
        <pc:sldMkLst>
          <pc:docMk/>
          <pc:sldMk cId="3955111320" sldId="334"/>
        </pc:sldMkLst>
      </pc:sldChg>
      <pc:sldChg chg="add mod modShow">
        <pc:chgData name="Panagiotis Herodotou" userId="0b8fad50-1c08-48a8-90b9-05d71b208ccb" providerId="ADAL" clId="{FCE1705E-422A-4547-9F8F-2CA1C74CCD44}" dt="2024-04-18T08:12:26.848" v="354" actId="729"/>
        <pc:sldMkLst>
          <pc:docMk/>
          <pc:sldMk cId="4007445142" sldId="335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4079215868" sldId="335"/>
        </pc:sldMkLst>
      </pc:sldChg>
      <pc:sldChg chg="new del">
        <pc:chgData name="Panagiotis Herodotou" userId="0b8fad50-1c08-48a8-90b9-05d71b208ccb" providerId="ADAL" clId="{FCE1705E-422A-4547-9F8F-2CA1C74CCD44}" dt="2024-04-18T08:57:01.214" v="1216" actId="47"/>
        <pc:sldMkLst>
          <pc:docMk/>
          <pc:sldMk cId="162719929" sldId="336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3021813187" sldId="336"/>
        </pc:sldMkLst>
      </pc:sldChg>
      <pc:sldChg chg="addSp delSp modSp add del mod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4007457552" sldId="337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2669680204" sldId="338"/>
        </pc:sldMkLst>
      </pc:sldChg>
      <pc:sldChg chg="addSp delSp modSp add del mod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1164722527" sldId="339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1390975305" sldId="340"/>
        </pc:sldMkLst>
      </pc:sldChg>
      <pc:sldChg chg="add del">
        <pc:chgData name="Panagiotis Herodotou" userId="0b8fad50-1c08-48a8-90b9-05d71b208ccb" providerId="ADAL" clId="{FCE1705E-422A-4547-9F8F-2CA1C74CCD44}" dt="2024-04-18T08:56:54.419" v="1214" actId="47"/>
        <pc:sldMkLst>
          <pc:docMk/>
          <pc:sldMk cId="3602553880" sldId="340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2682360347" sldId="342"/>
        </pc:sldMkLst>
      </pc:sldChg>
      <pc:sldChg chg="del">
        <pc:chgData name="Panagiotis Herodotou" userId="0b8fad50-1c08-48a8-90b9-05d71b208ccb" providerId="ADAL" clId="{FCE1705E-422A-4547-9F8F-2CA1C74CCD44}" dt="2024-04-16T13:14:49.632" v="1" actId="47"/>
        <pc:sldMkLst>
          <pc:docMk/>
          <pc:sldMk cId="2385452880" sldId="343"/>
        </pc:sldMkLst>
      </pc:sldChg>
      <pc:sldChg chg="add del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2536792888" sldId="344"/>
        </pc:sldMkLst>
      </pc:sldChg>
      <pc:sldChg chg="delSp modSp add del mod setBg delDesignElem">
        <pc:chgData name="Panagiotis Herodotou" userId="0b8fad50-1c08-48a8-90b9-05d71b208ccb" providerId="ADAL" clId="{FCE1705E-422A-4547-9F8F-2CA1C74CCD44}" dt="2024-04-18T08:59:00.927" v="1226" actId="47"/>
        <pc:sldMkLst>
          <pc:docMk/>
          <pc:sldMk cId="1258336631" sldId="34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hyperlink" Target="mailto:pherod01@ucy.ac.cy" TargetMode="Externa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5" Type="http://schemas.openxmlformats.org/officeDocument/2006/relationships/hyperlink" Target="mailto:pherod01@ucy.ac.cy" TargetMode="External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86B426-19FD-4A9B-8F78-40B1A867CC3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930BF77-9E1F-439B-A641-8F13E5D69CAE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/>
            <a:t>Easy to learn and widely used in various fields </a:t>
          </a:r>
          <a:r>
            <a:rPr lang="en-US" sz="2400" dirty="0" err="1"/>
            <a:t>su</a:t>
          </a:r>
          <a:r>
            <a:rPr lang="en-NL" sz="2400" dirty="0"/>
            <a:t>c</a:t>
          </a:r>
          <a:r>
            <a:rPr lang="en-US" sz="2400" dirty="0"/>
            <a:t>h as:</a:t>
          </a:r>
        </a:p>
      </dgm:t>
    </dgm:pt>
    <dgm:pt modelId="{7E1200A6-1A5C-4283-9B94-0E419FF32665}" type="parTrans" cxnId="{2F4BA5BE-FF57-4F60-9EBB-5FDD28B6C4CA}">
      <dgm:prSet/>
      <dgm:spPr/>
      <dgm:t>
        <a:bodyPr/>
        <a:lstStyle/>
        <a:p>
          <a:endParaRPr lang="en-US"/>
        </a:p>
      </dgm:t>
    </dgm:pt>
    <dgm:pt modelId="{8D077B3A-ED13-4B9F-8010-64FFEF945094}" type="sibTrans" cxnId="{2F4BA5BE-FF57-4F60-9EBB-5FDD28B6C4CA}">
      <dgm:prSet/>
      <dgm:spPr/>
      <dgm:t>
        <a:bodyPr/>
        <a:lstStyle/>
        <a:p>
          <a:endParaRPr lang="en-US"/>
        </a:p>
      </dgm:t>
    </dgm:pt>
    <dgm:pt modelId="{DC4590D1-8F40-43BC-A524-BE09846763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Data Science</a:t>
          </a:r>
          <a:r>
            <a:rPr lang="en-NL" sz="2000" dirty="0"/>
            <a:t> &amp; Statistics</a:t>
          </a:r>
          <a:endParaRPr lang="en-US" sz="2000" dirty="0"/>
        </a:p>
      </dgm:t>
    </dgm:pt>
    <dgm:pt modelId="{1DA5D1ED-C161-44BC-A1F5-636E1335E5CD}" type="parTrans" cxnId="{54CA5125-6D54-4553-AF58-0CB4E69660DD}">
      <dgm:prSet/>
      <dgm:spPr/>
      <dgm:t>
        <a:bodyPr/>
        <a:lstStyle/>
        <a:p>
          <a:endParaRPr lang="en-US"/>
        </a:p>
      </dgm:t>
    </dgm:pt>
    <dgm:pt modelId="{086F461A-0E81-43B7-A496-7F0BA2D0E224}" type="sibTrans" cxnId="{54CA5125-6D54-4553-AF58-0CB4E69660DD}">
      <dgm:prSet/>
      <dgm:spPr/>
      <dgm:t>
        <a:bodyPr/>
        <a:lstStyle/>
        <a:p>
          <a:endParaRPr lang="en-US"/>
        </a:p>
      </dgm:t>
    </dgm:pt>
    <dgm:pt modelId="{A9EF6FDC-4053-44DA-9BDE-7C777E23B1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Web Development</a:t>
          </a:r>
        </a:p>
      </dgm:t>
    </dgm:pt>
    <dgm:pt modelId="{3A8F9F6C-F82A-419E-B1DB-E64D621CC602}" type="parTrans" cxnId="{69156F77-1141-4B5B-8C1C-6780C5D45E71}">
      <dgm:prSet/>
      <dgm:spPr/>
      <dgm:t>
        <a:bodyPr/>
        <a:lstStyle/>
        <a:p>
          <a:endParaRPr lang="en-US"/>
        </a:p>
      </dgm:t>
    </dgm:pt>
    <dgm:pt modelId="{86B1100A-A9A8-498A-881E-EDC31F3125B9}" type="sibTrans" cxnId="{69156F77-1141-4B5B-8C1C-6780C5D45E71}">
      <dgm:prSet/>
      <dgm:spPr/>
      <dgm:t>
        <a:bodyPr/>
        <a:lstStyle/>
        <a:p>
          <a:endParaRPr lang="en-US"/>
        </a:p>
      </dgm:t>
    </dgm:pt>
    <dgm:pt modelId="{F80AE602-084F-4829-ACBF-0494906F1B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Automation</a:t>
          </a:r>
        </a:p>
      </dgm:t>
    </dgm:pt>
    <dgm:pt modelId="{F0E84EF9-747D-42DC-A320-ED063649C534}" type="parTrans" cxnId="{E2B8FAC4-6C90-4603-8806-B04EB749D26E}">
      <dgm:prSet/>
      <dgm:spPr/>
      <dgm:t>
        <a:bodyPr/>
        <a:lstStyle/>
        <a:p>
          <a:endParaRPr lang="en-US"/>
        </a:p>
      </dgm:t>
    </dgm:pt>
    <dgm:pt modelId="{DC01E46F-73DC-497F-9D33-5360280C75AB}" type="sibTrans" cxnId="{E2B8FAC4-6C90-4603-8806-B04EB749D26E}">
      <dgm:prSet/>
      <dgm:spPr/>
      <dgm:t>
        <a:bodyPr/>
        <a:lstStyle/>
        <a:p>
          <a:endParaRPr lang="en-US"/>
        </a:p>
      </dgm:t>
    </dgm:pt>
    <dgm:pt modelId="{0E408D57-E8B4-446F-ACBF-D09AFACD1E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Machine Learning</a:t>
          </a:r>
        </a:p>
      </dgm:t>
    </dgm:pt>
    <dgm:pt modelId="{1C5DF5AA-307C-45FF-A95C-0F4FB21231DD}" type="parTrans" cxnId="{5B4F32AA-794B-44EA-B671-922A84601302}">
      <dgm:prSet/>
      <dgm:spPr/>
      <dgm:t>
        <a:bodyPr/>
        <a:lstStyle/>
        <a:p>
          <a:endParaRPr lang="en-US"/>
        </a:p>
      </dgm:t>
    </dgm:pt>
    <dgm:pt modelId="{A27A3237-3583-45A7-AA1F-324C4DCDCE53}" type="sibTrans" cxnId="{5B4F32AA-794B-44EA-B671-922A84601302}">
      <dgm:prSet/>
      <dgm:spPr/>
      <dgm:t>
        <a:bodyPr/>
        <a:lstStyle/>
        <a:p>
          <a:endParaRPr lang="en-US"/>
        </a:p>
      </dgm:t>
    </dgm:pt>
    <dgm:pt modelId="{C0D9E877-0251-4802-9475-4595781F41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Game Development</a:t>
          </a:r>
        </a:p>
      </dgm:t>
    </dgm:pt>
    <dgm:pt modelId="{15020776-C498-4F48-9B63-432F38D7E57F}" type="parTrans" cxnId="{69BAE45D-0DC3-4A44-AD0B-4B08A5ADE058}">
      <dgm:prSet/>
      <dgm:spPr/>
      <dgm:t>
        <a:bodyPr/>
        <a:lstStyle/>
        <a:p>
          <a:endParaRPr lang="en-US"/>
        </a:p>
      </dgm:t>
    </dgm:pt>
    <dgm:pt modelId="{89790FCA-7327-4593-9D40-0B2BECBAC821}" type="sibTrans" cxnId="{69BAE45D-0DC3-4A44-AD0B-4B08A5ADE058}">
      <dgm:prSet/>
      <dgm:spPr/>
      <dgm:t>
        <a:bodyPr/>
        <a:lstStyle/>
        <a:p>
          <a:endParaRPr lang="en-US"/>
        </a:p>
      </dgm:t>
    </dgm:pt>
    <dgm:pt modelId="{EE7077F0-8301-4D82-A61C-B5579106261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/>
            <a:t>High demand in the job market.</a:t>
          </a:r>
        </a:p>
      </dgm:t>
    </dgm:pt>
    <dgm:pt modelId="{50D34FB6-464B-4537-87B4-2C245D09A144}" type="parTrans" cxnId="{01FDF348-585B-41E2-898A-34B5656F38D7}">
      <dgm:prSet/>
      <dgm:spPr/>
      <dgm:t>
        <a:bodyPr/>
        <a:lstStyle/>
        <a:p>
          <a:endParaRPr lang="en-US"/>
        </a:p>
      </dgm:t>
    </dgm:pt>
    <dgm:pt modelId="{76551C4A-29CF-459B-B6D3-18253764FE77}" type="sibTrans" cxnId="{01FDF348-585B-41E2-898A-34B5656F38D7}">
      <dgm:prSet/>
      <dgm:spPr/>
      <dgm:t>
        <a:bodyPr/>
        <a:lstStyle/>
        <a:p>
          <a:endParaRPr lang="en-US"/>
        </a:p>
      </dgm:t>
    </dgm:pt>
    <dgm:pt modelId="{85E9DD51-93BE-4FCA-A76E-95DD9F10C8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NL" sz="2000" dirty="0"/>
            <a:t>Data Analysts</a:t>
          </a:r>
        </a:p>
        <a:p>
          <a:pPr>
            <a:lnSpc>
              <a:spcPct val="100000"/>
            </a:lnSpc>
          </a:pPr>
          <a:r>
            <a:rPr lang="en-NL" sz="2000" dirty="0"/>
            <a:t>Software engineers</a:t>
          </a:r>
        </a:p>
        <a:p>
          <a:pPr>
            <a:lnSpc>
              <a:spcPct val="100000"/>
            </a:lnSpc>
          </a:pPr>
          <a:r>
            <a:rPr lang="en-NL" sz="2000" dirty="0"/>
            <a:t>Robotics, IoT</a:t>
          </a:r>
        </a:p>
        <a:p>
          <a:pPr>
            <a:lnSpc>
              <a:spcPct val="100000"/>
            </a:lnSpc>
          </a:pPr>
          <a:r>
            <a:rPr lang="en-NL" sz="2000" dirty="0"/>
            <a:t>Bioinformatics</a:t>
          </a:r>
        </a:p>
        <a:p>
          <a:pPr>
            <a:lnSpc>
              <a:spcPct val="100000"/>
            </a:lnSpc>
          </a:pPr>
          <a:r>
            <a:rPr lang="en-NL" sz="2000" dirty="0"/>
            <a:t>Finance</a:t>
          </a:r>
          <a:endParaRPr lang="en-US" sz="2000" dirty="0"/>
        </a:p>
      </dgm:t>
    </dgm:pt>
    <dgm:pt modelId="{49E56752-39E3-432B-B3A0-6E3A5A656713}" type="parTrans" cxnId="{077DE0EE-8F64-4D05-BD35-2F8063469518}">
      <dgm:prSet/>
      <dgm:spPr/>
      <dgm:t>
        <a:bodyPr/>
        <a:lstStyle/>
        <a:p>
          <a:endParaRPr lang="en-US"/>
        </a:p>
      </dgm:t>
    </dgm:pt>
    <dgm:pt modelId="{C98D9B8A-9DB5-42DD-84D9-AF5895F49115}" type="sibTrans" cxnId="{077DE0EE-8F64-4D05-BD35-2F8063469518}">
      <dgm:prSet/>
      <dgm:spPr/>
      <dgm:t>
        <a:bodyPr/>
        <a:lstStyle/>
        <a:p>
          <a:endParaRPr lang="en-US"/>
        </a:p>
      </dgm:t>
    </dgm:pt>
    <dgm:pt modelId="{C1CF26B6-81F4-417D-B092-1D3132FF3349}" type="pres">
      <dgm:prSet presAssocID="{A286B426-19FD-4A9B-8F78-40B1A867CC3A}" presName="root" presStyleCnt="0">
        <dgm:presLayoutVars>
          <dgm:dir/>
          <dgm:resizeHandles val="exact"/>
        </dgm:presLayoutVars>
      </dgm:prSet>
      <dgm:spPr/>
    </dgm:pt>
    <dgm:pt modelId="{A58C46DB-4804-4008-A6CD-BCE34287EAA3}" type="pres">
      <dgm:prSet presAssocID="{A930BF77-9E1F-439B-A641-8F13E5D69CAE}" presName="compNode" presStyleCnt="0"/>
      <dgm:spPr/>
    </dgm:pt>
    <dgm:pt modelId="{FC4625FD-DD53-4747-81F3-290DA194994F}" type="pres">
      <dgm:prSet presAssocID="{A930BF77-9E1F-439B-A641-8F13E5D69CA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C15B917-BF26-4A70-BD6C-6ED198EC2864}" type="pres">
      <dgm:prSet presAssocID="{A930BF77-9E1F-439B-A641-8F13E5D69CAE}" presName="iconSpace" presStyleCnt="0"/>
      <dgm:spPr/>
    </dgm:pt>
    <dgm:pt modelId="{25EC78DD-D913-405E-8FDF-DE7CB754E6EE}" type="pres">
      <dgm:prSet presAssocID="{A930BF77-9E1F-439B-A641-8F13E5D69CAE}" presName="parTx" presStyleLbl="revTx" presStyleIdx="0" presStyleCnt="4">
        <dgm:presLayoutVars>
          <dgm:chMax val="0"/>
          <dgm:chPref val="0"/>
        </dgm:presLayoutVars>
      </dgm:prSet>
      <dgm:spPr/>
    </dgm:pt>
    <dgm:pt modelId="{60B49E44-B13F-424C-A959-BC8B4A9511D0}" type="pres">
      <dgm:prSet presAssocID="{A930BF77-9E1F-439B-A641-8F13E5D69CAE}" presName="txSpace" presStyleCnt="0"/>
      <dgm:spPr/>
    </dgm:pt>
    <dgm:pt modelId="{01E6FDE7-BA66-44FE-972F-2E32DCC58426}" type="pres">
      <dgm:prSet presAssocID="{A930BF77-9E1F-439B-A641-8F13E5D69CAE}" presName="desTx" presStyleLbl="revTx" presStyleIdx="1" presStyleCnt="4">
        <dgm:presLayoutVars/>
      </dgm:prSet>
      <dgm:spPr/>
    </dgm:pt>
    <dgm:pt modelId="{4D089457-4A23-4BFB-9B23-7CCC29572002}" type="pres">
      <dgm:prSet presAssocID="{8D077B3A-ED13-4B9F-8010-64FFEF945094}" presName="sibTrans" presStyleCnt="0"/>
      <dgm:spPr/>
    </dgm:pt>
    <dgm:pt modelId="{29E38A39-D80D-4A4F-AFE3-B9B7237FEE36}" type="pres">
      <dgm:prSet presAssocID="{EE7077F0-8301-4D82-A61C-B55791062612}" presName="compNode" presStyleCnt="0"/>
      <dgm:spPr/>
    </dgm:pt>
    <dgm:pt modelId="{51391541-3F0C-44A5-9902-436173026659}" type="pres">
      <dgm:prSet presAssocID="{EE7077F0-8301-4D82-A61C-B5579106261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ACA95B5C-B2E5-4740-BDAB-0D1D4AC23F6D}" type="pres">
      <dgm:prSet presAssocID="{EE7077F0-8301-4D82-A61C-B55791062612}" presName="iconSpace" presStyleCnt="0"/>
      <dgm:spPr/>
    </dgm:pt>
    <dgm:pt modelId="{1C9B70B9-2920-4561-9FA5-88D352D4A078}" type="pres">
      <dgm:prSet presAssocID="{EE7077F0-8301-4D82-A61C-B55791062612}" presName="parTx" presStyleLbl="revTx" presStyleIdx="2" presStyleCnt="4">
        <dgm:presLayoutVars>
          <dgm:chMax val="0"/>
          <dgm:chPref val="0"/>
        </dgm:presLayoutVars>
      </dgm:prSet>
      <dgm:spPr/>
    </dgm:pt>
    <dgm:pt modelId="{5A2D246C-490C-48F9-9960-C9DEF5FF4A83}" type="pres">
      <dgm:prSet presAssocID="{EE7077F0-8301-4D82-A61C-B55791062612}" presName="txSpace" presStyleCnt="0"/>
      <dgm:spPr/>
    </dgm:pt>
    <dgm:pt modelId="{77DBCF03-20BE-43F1-ADAE-79233FA47159}" type="pres">
      <dgm:prSet presAssocID="{EE7077F0-8301-4D82-A61C-B55791062612}" presName="desTx" presStyleLbl="revTx" presStyleIdx="3" presStyleCnt="4">
        <dgm:presLayoutVars/>
      </dgm:prSet>
      <dgm:spPr/>
    </dgm:pt>
  </dgm:ptLst>
  <dgm:cxnLst>
    <dgm:cxn modelId="{363FAA24-7F05-4501-8F79-B3EB21C2CC69}" type="presOf" srcId="{A930BF77-9E1F-439B-A641-8F13E5D69CAE}" destId="{25EC78DD-D913-405E-8FDF-DE7CB754E6EE}" srcOrd="0" destOrd="0" presId="urn:microsoft.com/office/officeart/2018/5/layout/CenteredIconLabelDescriptionList"/>
    <dgm:cxn modelId="{54CA5125-6D54-4553-AF58-0CB4E69660DD}" srcId="{A930BF77-9E1F-439B-A641-8F13E5D69CAE}" destId="{DC4590D1-8F40-43BC-A524-BE0984676343}" srcOrd="0" destOrd="0" parTransId="{1DA5D1ED-C161-44BC-A1F5-636E1335E5CD}" sibTransId="{086F461A-0E81-43B7-A496-7F0BA2D0E224}"/>
    <dgm:cxn modelId="{7F64DA3F-9AA7-481E-B1C8-379A33E41CB0}" type="presOf" srcId="{0E408D57-E8B4-446F-ACBF-D09AFACD1E4C}" destId="{01E6FDE7-BA66-44FE-972F-2E32DCC58426}" srcOrd="0" destOrd="3" presId="urn:microsoft.com/office/officeart/2018/5/layout/CenteredIconLabelDescriptionList"/>
    <dgm:cxn modelId="{69BAE45D-0DC3-4A44-AD0B-4B08A5ADE058}" srcId="{A930BF77-9E1F-439B-A641-8F13E5D69CAE}" destId="{C0D9E877-0251-4802-9475-4595781F4190}" srcOrd="4" destOrd="0" parTransId="{15020776-C498-4F48-9B63-432F38D7E57F}" sibTransId="{89790FCA-7327-4593-9D40-0B2BECBAC821}"/>
    <dgm:cxn modelId="{796BC046-428F-4D7A-A024-B1CD06DAD3FA}" type="presOf" srcId="{EE7077F0-8301-4D82-A61C-B55791062612}" destId="{1C9B70B9-2920-4561-9FA5-88D352D4A078}" srcOrd="0" destOrd="0" presId="urn:microsoft.com/office/officeart/2018/5/layout/CenteredIconLabelDescriptionList"/>
    <dgm:cxn modelId="{01FDF348-585B-41E2-898A-34B5656F38D7}" srcId="{A286B426-19FD-4A9B-8F78-40B1A867CC3A}" destId="{EE7077F0-8301-4D82-A61C-B55791062612}" srcOrd="1" destOrd="0" parTransId="{50D34FB6-464B-4537-87B4-2C245D09A144}" sibTransId="{76551C4A-29CF-459B-B6D3-18253764FE77}"/>
    <dgm:cxn modelId="{81232871-BB5D-4ED7-A410-66FA6D515265}" type="presOf" srcId="{A286B426-19FD-4A9B-8F78-40B1A867CC3A}" destId="{C1CF26B6-81F4-417D-B092-1D3132FF3349}" srcOrd="0" destOrd="0" presId="urn:microsoft.com/office/officeart/2018/5/layout/CenteredIconLabelDescriptionList"/>
    <dgm:cxn modelId="{69156F77-1141-4B5B-8C1C-6780C5D45E71}" srcId="{A930BF77-9E1F-439B-A641-8F13E5D69CAE}" destId="{A9EF6FDC-4053-44DA-9BDE-7C777E23B15C}" srcOrd="1" destOrd="0" parTransId="{3A8F9F6C-F82A-419E-B1DB-E64D621CC602}" sibTransId="{86B1100A-A9A8-498A-881E-EDC31F3125B9}"/>
    <dgm:cxn modelId="{C7269988-1FEB-45BA-A1E9-46A4F420CABD}" type="presOf" srcId="{C0D9E877-0251-4802-9475-4595781F4190}" destId="{01E6FDE7-BA66-44FE-972F-2E32DCC58426}" srcOrd="0" destOrd="4" presId="urn:microsoft.com/office/officeart/2018/5/layout/CenteredIconLabelDescriptionList"/>
    <dgm:cxn modelId="{E21EBEA9-E869-44B9-BDEA-953866FC83F5}" type="presOf" srcId="{A9EF6FDC-4053-44DA-9BDE-7C777E23B15C}" destId="{01E6FDE7-BA66-44FE-972F-2E32DCC58426}" srcOrd="0" destOrd="1" presId="urn:microsoft.com/office/officeart/2018/5/layout/CenteredIconLabelDescriptionList"/>
    <dgm:cxn modelId="{5B4F32AA-794B-44EA-B671-922A84601302}" srcId="{A930BF77-9E1F-439B-A641-8F13E5D69CAE}" destId="{0E408D57-E8B4-446F-ACBF-D09AFACD1E4C}" srcOrd="3" destOrd="0" parTransId="{1C5DF5AA-307C-45FF-A95C-0F4FB21231DD}" sibTransId="{A27A3237-3583-45A7-AA1F-324C4DCDCE53}"/>
    <dgm:cxn modelId="{6140DCB2-F4B6-46FB-B51E-CCAFF4F7AFF1}" type="presOf" srcId="{DC4590D1-8F40-43BC-A524-BE0984676343}" destId="{01E6FDE7-BA66-44FE-972F-2E32DCC58426}" srcOrd="0" destOrd="0" presId="urn:microsoft.com/office/officeart/2018/5/layout/CenteredIconLabelDescriptionList"/>
    <dgm:cxn modelId="{80B902B5-39DD-4C70-85E6-17362722F4BA}" type="presOf" srcId="{F80AE602-084F-4829-ACBF-0494906F1B8E}" destId="{01E6FDE7-BA66-44FE-972F-2E32DCC58426}" srcOrd="0" destOrd="2" presId="urn:microsoft.com/office/officeart/2018/5/layout/CenteredIconLabelDescriptionList"/>
    <dgm:cxn modelId="{2F4BA5BE-FF57-4F60-9EBB-5FDD28B6C4CA}" srcId="{A286B426-19FD-4A9B-8F78-40B1A867CC3A}" destId="{A930BF77-9E1F-439B-A641-8F13E5D69CAE}" srcOrd="0" destOrd="0" parTransId="{7E1200A6-1A5C-4283-9B94-0E419FF32665}" sibTransId="{8D077B3A-ED13-4B9F-8010-64FFEF945094}"/>
    <dgm:cxn modelId="{E2B8FAC4-6C90-4603-8806-B04EB749D26E}" srcId="{A930BF77-9E1F-439B-A641-8F13E5D69CAE}" destId="{F80AE602-084F-4829-ACBF-0494906F1B8E}" srcOrd="2" destOrd="0" parTransId="{F0E84EF9-747D-42DC-A320-ED063649C534}" sibTransId="{DC01E46F-73DC-497F-9D33-5360280C75AB}"/>
    <dgm:cxn modelId="{F460CDE0-0E31-49CF-8C31-7D5704D7782B}" type="presOf" srcId="{85E9DD51-93BE-4FCA-A76E-95DD9F10C8F6}" destId="{77DBCF03-20BE-43F1-ADAE-79233FA47159}" srcOrd="0" destOrd="0" presId="urn:microsoft.com/office/officeart/2018/5/layout/CenteredIconLabelDescriptionList"/>
    <dgm:cxn modelId="{077DE0EE-8F64-4D05-BD35-2F8063469518}" srcId="{EE7077F0-8301-4D82-A61C-B55791062612}" destId="{85E9DD51-93BE-4FCA-A76E-95DD9F10C8F6}" srcOrd="0" destOrd="0" parTransId="{49E56752-39E3-432B-B3A0-6E3A5A656713}" sibTransId="{C98D9B8A-9DB5-42DD-84D9-AF5895F49115}"/>
    <dgm:cxn modelId="{289503C7-12EE-48FE-9E10-7C21A905B927}" type="presParOf" srcId="{C1CF26B6-81F4-417D-B092-1D3132FF3349}" destId="{A58C46DB-4804-4008-A6CD-BCE34287EAA3}" srcOrd="0" destOrd="0" presId="urn:microsoft.com/office/officeart/2018/5/layout/CenteredIconLabelDescriptionList"/>
    <dgm:cxn modelId="{B8B7E5A5-25F5-4475-B92D-7D39AA351FEB}" type="presParOf" srcId="{A58C46DB-4804-4008-A6CD-BCE34287EAA3}" destId="{FC4625FD-DD53-4747-81F3-290DA194994F}" srcOrd="0" destOrd="0" presId="urn:microsoft.com/office/officeart/2018/5/layout/CenteredIconLabelDescriptionList"/>
    <dgm:cxn modelId="{36A199C1-2C57-42DF-956C-C07DC5A62B8C}" type="presParOf" srcId="{A58C46DB-4804-4008-A6CD-BCE34287EAA3}" destId="{DC15B917-BF26-4A70-BD6C-6ED198EC2864}" srcOrd="1" destOrd="0" presId="urn:microsoft.com/office/officeart/2018/5/layout/CenteredIconLabelDescriptionList"/>
    <dgm:cxn modelId="{F2308F2F-F633-4606-AA73-A087541460DA}" type="presParOf" srcId="{A58C46DB-4804-4008-A6CD-BCE34287EAA3}" destId="{25EC78DD-D913-405E-8FDF-DE7CB754E6EE}" srcOrd="2" destOrd="0" presId="urn:microsoft.com/office/officeart/2018/5/layout/CenteredIconLabelDescriptionList"/>
    <dgm:cxn modelId="{D6F2717D-BFD9-4A44-8B62-5B1724C56DBC}" type="presParOf" srcId="{A58C46DB-4804-4008-A6CD-BCE34287EAA3}" destId="{60B49E44-B13F-424C-A959-BC8B4A9511D0}" srcOrd="3" destOrd="0" presId="urn:microsoft.com/office/officeart/2018/5/layout/CenteredIconLabelDescriptionList"/>
    <dgm:cxn modelId="{F8B9BA65-D2C2-4367-91C6-C44477683B2B}" type="presParOf" srcId="{A58C46DB-4804-4008-A6CD-BCE34287EAA3}" destId="{01E6FDE7-BA66-44FE-972F-2E32DCC58426}" srcOrd="4" destOrd="0" presId="urn:microsoft.com/office/officeart/2018/5/layout/CenteredIconLabelDescriptionList"/>
    <dgm:cxn modelId="{C58E2858-EE60-4311-999E-7444F3CBC4C8}" type="presParOf" srcId="{C1CF26B6-81F4-417D-B092-1D3132FF3349}" destId="{4D089457-4A23-4BFB-9B23-7CCC29572002}" srcOrd="1" destOrd="0" presId="urn:microsoft.com/office/officeart/2018/5/layout/CenteredIconLabelDescriptionList"/>
    <dgm:cxn modelId="{CEA10CEE-DFF9-47B7-956E-36C99270DFF9}" type="presParOf" srcId="{C1CF26B6-81F4-417D-B092-1D3132FF3349}" destId="{29E38A39-D80D-4A4F-AFE3-B9B7237FEE36}" srcOrd="2" destOrd="0" presId="urn:microsoft.com/office/officeart/2018/5/layout/CenteredIconLabelDescriptionList"/>
    <dgm:cxn modelId="{C89C090E-FC5B-47C9-91DC-ADC0C789F36B}" type="presParOf" srcId="{29E38A39-D80D-4A4F-AFE3-B9B7237FEE36}" destId="{51391541-3F0C-44A5-9902-436173026659}" srcOrd="0" destOrd="0" presId="urn:microsoft.com/office/officeart/2018/5/layout/CenteredIconLabelDescriptionList"/>
    <dgm:cxn modelId="{EED4234C-13F5-4EF9-95FC-24C88565C87E}" type="presParOf" srcId="{29E38A39-D80D-4A4F-AFE3-B9B7237FEE36}" destId="{ACA95B5C-B2E5-4740-BDAB-0D1D4AC23F6D}" srcOrd="1" destOrd="0" presId="urn:microsoft.com/office/officeart/2018/5/layout/CenteredIconLabelDescriptionList"/>
    <dgm:cxn modelId="{6AAFC4E2-745A-47D9-8DA4-C9A6748E84AF}" type="presParOf" srcId="{29E38A39-D80D-4A4F-AFE3-B9B7237FEE36}" destId="{1C9B70B9-2920-4561-9FA5-88D352D4A078}" srcOrd="2" destOrd="0" presId="urn:microsoft.com/office/officeart/2018/5/layout/CenteredIconLabelDescriptionList"/>
    <dgm:cxn modelId="{D0C2D456-8AFC-4079-9E08-9A25E81FD4CE}" type="presParOf" srcId="{29E38A39-D80D-4A4F-AFE3-B9B7237FEE36}" destId="{5A2D246C-490C-48F9-9960-C9DEF5FF4A83}" srcOrd="3" destOrd="0" presId="urn:microsoft.com/office/officeart/2018/5/layout/CenteredIconLabelDescriptionList"/>
    <dgm:cxn modelId="{670EB555-CC02-4F59-A040-0EE24FFC1848}" type="presParOf" srcId="{29E38A39-D80D-4A4F-AFE3-B9B7237FEE36}" destId="{77DBCF03-20BE-43F1-ADAE-79233FA4715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FB2D30-F079-453C-B813-4938D3CBD0E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E0E7AD-5C0D-4E61-8CCB-90E314857EF5}">
      <dgm:prSet custT="1"/>
      <dgm:spPr/>
      <dgm:t>
        <a:bodyPr/>
        <a:lstStyle/>
        <a:p>
          <a:pPr>
            <a:defRPr cap="all"/>
          </a:pPr>
          <a:r>
            <a:rPr lang="en-US" sz="2400" b="0" i="0" baseline="0" dirty="0"/>
            <a:t>Understand Python syntax and structure.</a:t>
          </a:r>
          <a:endParaRPr lang="en-US" sz="2400" dirty="0"/>
        </a:p>
      </dgm:t>
    </dgm:pt>
    <dgm:pt modelId="{F8E34DF6-BFF8-493B-AE71-1838D4879BA3}" type="parTrans" cxnId="{EA87DC9A-44C2-49A0-B70A-6B802C9D01BC}">
      <dgm:prSet/>
      <dgm:spPr/>
      <dgm:t>
        <a:bodyPr/>
        <a:lstStyle/>
        <a:p>
          <a:endParaRPr lang="en-US"/>
        </a:p>
      </dgm:t>
    </dgm:pt>
    <dgm:pt modelId="{76F15344-5016-4949-BE54-24E11846C19E}" type="sibTrans" cxnId="{EA87DC9A-44C2-49A0-B70A-6B802C9D01BC}">
      <dgm:prSet/>
      <dgm:spPr/>
      <dgm:t>
        <a:bodyPr/>
        <a:lstStyle/>
        <a:p>
          <a:endParaRPr lang="en-US"/>
        </a:p>
      </dgm:t>
    </dgm:pt>
    <dgm:pt modelId="{4FE4A229-EBF7-4EA3-999B-D734C0C30C19}">
      <dgm:prSet custT="1"/>
      <dgm:spPr/>
      <dgm:t>
        <a:bodyPr/>
        <a:lstStyle/>
        <a:p>
          <a:pPr>
            <a:defRPr cap="all"/>
          </a:pPr>
          <a:r>
            <a:rPr lang="en-US" sz="2400" b="0" i="0" baseline="0" dirty="0"/>
            <a:t>Learn core programming concepts like variables, loops, and functions.</a:t>
          </a:r>
          <a:endParaRPr lang="en-US" sz="2400" dirty="0"/>
        </a:p>
      </dgm:t>
    </dgm:pt>
    <dgm:pt modelId="{E4A8C37A-96D4-425B-A7E9-DAE573CB1ECD}" type="parTrans" cxnId="{0C8B202B-3D2D-4302-BF01-B479200CA997}">
      <dgm:prSet/>
      <dgm:spPr/>
      <dgm:t>
        <a:bodyPr/>
        <a:lstStyle/>
        <a:p>
          <a:endParaRPr lang="en-US"/>
        </a:p>
      </dgm:t>
    </dgm:pt>
    <dgm:pt modelId="{4B3C41A3-B493-4F49-9ABE-78CC72C6D1C1}" type="sibTrans" cxnId="{0C8B202B-3D2D-4302-BF01-B479200CA997}">
      <dgm:prSet/>
      <dgm:spPr/>
      <dgm:t>
        <a:bodyPr/>
        <a:lstStyle/>
        <a:p>
          <a:endParaRPr lang="en-US"/>
        </a:p>
      </dgm:t>
    </dgm:pt>
    <dgm:pt modelId="{94CB793A-E95F-4E4F-9A76-5D7E44C95D6C}">
      <dgm:prSet custT="1"/>
      <dgm:spPr/>
      <dgm:t>
        <a:bodyPr/>
        <a:lstStyle/>
        <a:p>
          <a:pPr>
            <a:defRPr cap="all"/>
          </a:pPr>
          <a:r>
            <a:rPr lang="en-US" sz="2400" b="0" i="0" baseline="0" dirty="0"/>
            <a:t>Explore real-world applications of Python. </a:t>
          </a:r>
          <a:endParaRPr lang="en-US" sz="2400" dirty="0"/>
        </a:p>
      </dgm:t>
    </dgm:pt>
    <dgm:pt modelId="{A38234D3-B713-4568-B01D-CC834056353E}" type="parTrans" cxnId="{C428632A-DD84-464C-ACF3-BD2BB4CCDC0D}">
      <dgm:prSet/>
      <dgm:spPr/>
      <dgm:t>
        <a:bodyPr/>
        <a:lstStyle/>
        <a:p>
          <a:endParaRPr lang="en-US"/>
        </a:p>
      </dgm:t>
    </dgm:pt>
    <dgm:pt modelId="{F5ADD7E7-B7E1-4042-955E-6691549A9BBB}" type="sibTrans" cxnId="{C428632A-DD84-464C-ACF3-BD2BB4CCDC0D}">
      <dgm:prSet/>
      <dgm:spPr/>
      <dgm:t>
        <a:bodyPr/>
        <a:lstStyle/>
        <a:p>
          <a:endParaRPr lang="en-US"/>
        </a:p>
      </dgm:t>
    </dgm:pt>
    <dgm:pt modelId="{FFA824BD-30AF-4AB9-9EC1-A61107879A26}" type="pres">
      <dgm:prSet presAssocID="{94FB2D30-F079-453C-B813-4938D3CBD0E2}" presName="root" presStyleCnt="0">
        <dgm:presLayoutVars>
          <dgm:dir/>
          <dgm:resizeHandles val="exact"/>
        </dgm:presLayoutVars>
      </dgm:prSet>
      <dgm:spPr/>
    </dgm:pt>
    <dgm:pt modelId="{8B76E894-4599-42C7-8002-4F709F145752}" type="pres">
      <dgm:prSet presAssocID="{D2E0E7AD-5C0D-4E61-8CCB-90E314857EF5}" presName="compNode" presStyleCnt="0"/>
      <dgm:spPr/>
    </dgm:pt>
    <dgm:pt modelId="{83284EC4-DC60-4830-8C74-2841812A7218}" type="pres">
      <dgm:prSet presAssocID="{D2E0E7AD-5C0D-4E61-8CCB-90E314857EF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A57DCA8-A14F-484D-98E1-2DF7E814B410}" type="pres">
      <dgm:prSet presAssocID="{D2E0E7AD-5C0D-4E61-8CCB-90E314857EF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8A245F-2A01-42C4-A968-AEB8FD567202}" type="pres">
      <dgm:prSet presAssocID="{D2E0E7AD-5C0D-4E61-8CCB-90E314857EF5}" presName="spaceRect" presStyleCnt="0"/>
      <dgm:spPr/>
    </dgm:pt>
    <dgm:pt modelId="{3C6D247D-886C-40E6-BCFA-1B1D2AF507D6}" type="pres">
      <dgm:prSet presAssocID="{D2E0E7AD-5C0D-4E61-8CCB-90E314857EF5}" presName="textRect" presStyleLbl="revTx" presStyleIdx="0" presStyleCnt="3">
        <dgm:presLayoutVars>
          <dgm:chMax val="1"/>
          <dgm:chPref val="1"/>
        </dgm:presLayoutVars>
      </dgm:prSet>
      <dgm:spPr/>
    </dgm:pt>
    <dgm:pt modelId="{C4B26A66-B457-40CF-BAE4-72218B93DC82}" type="pres">
      <dgm:prSet presAssocID="{76F15344-5016-4949-BE54-24E11846C19E}" presName="sibTrans" presStyleCnt="0"/>
      <dgm:spPr/>
    </dgm:pt>
    <dgm:pt modelId="{501C5FA3-5464-4BD4-A559-D13FEF391746}" type="pres">
      <dgm:prSet presAssocID="{4FE4A229-EBF7-4EA3-999B-D734C0C30C19}" presName="compNode" presStyleCnt="0"/>
      <dgm:spPr/>
    </dgm:pt>
    <dgm:pt modelId="{22242029-3265-4D9F-A143-451E37480133}" type="pres">
      <dgm:prSet presAssocID="{4FE4A229-EBF7-4EA3-999B-D734C0C30C1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7FF5C7C-FC91-425F-97AA-75A23CDE8F76}" type="pres">
      <dgm:prSet presAssocID="{4FE4A229-EBF7-4EA3-999B-D734C0C30C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CF450B7-CCCB-4282-99E5-4205018B51CA}" type="pres">
      <dgm:prSet presAssocID="{4FE4A229-EBF7-4EA3-999B-D734C0C30C19}" presName="spaceRect" presStyleCnt="0"/>
      <dgm:spPr/>
    </dgm:pt>
    <dgm:pt modelId="{3A3A5506-CEF8-4681-8576-66F4EEC20605}" type="pres">
      <dgm:prSet presAssocID="{4FE4A229-EBF7-4EA3-999B-D734C0C30C19}" presName="textRect" presStyleLbl="revTx" presStyleIdx="1" presStyleCnt="3">
        <dgm:presLayoutVars>
          <dgm:chMax val="1"/>
          <dgm:chPref val="1"/>
        </dgm:presLayoutVars>
      </dgm:prSet>
      <dgm:spPr/>
    </dgm:pt>
    <dgm:pt modelId="{5FFC765B-6668-4705-85DE-382378EA28B3}" type="pres">
      <dgm:prSet presAssocID="{4B3C41A3-B493-4F49-9ABE-78CC72C6D1C1}" presName="sibTrans" presStyleCnt="0"/>
      <dgm:spPr/>
    </dgm:pt>
    <dgm:pt modelId="{971E20EF-B9CD-49E4-B653-DD08E801CEF6}" type="pres">
      <dgm:prSet presAssocID="{94CB793A-E95F-4E4F-9A76-5D7E44C95D6C}" presName="compNode" presStyleCnt="0"/>
      <dgm:spPr/>
    </dgm:pt>
    <dgm:pt modelId="{CC3B0152-8DD5-4D04-BD0B-044DDF2FD6CF}" type="pres">
      <dgm:prSet presAssocID="{94CB793A-E95F-4E4F-9A76-5D7E44C95D6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3E3A2A7-ED1B-4DAA-BAA8-A97B6F0FAF65}" type="pres">
      <dgm:prSet presAssocID="{94CB793A-E95F-4E4F-9A76-5D7E44C95D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385DB496-6967-4519-A65C-7086DF72AB14}" type="pres">
      <dgm:prSet presAssocID="{94CB793A-E95F-4E4F-9A76-5D7E44C95D6C}" presName="spaceRect" presStyleCnt="0"/>
      <dgm:spPr/>
    </dgm:pt>
    <dgm:pt modelId="{7016EE4D-0466-4DE0-84FD-055AB5407A8B}" type="pres">
      <dgm:prSet presAssocID="{94CB793A-E95F-4E4F-9A76-5D7E44C95D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A07916-BF8F-440E-8599-65EEE7449F1A}" type="presOf" srcId="{94FB2D30-F079-453C-B813-4938D3CBD0E2}" destId="{FFA824BD-30AF-4AB9-9EC1-A61107879A26}" srcOrd="0" destOrd="0" presId="urn:microsoft.com/office/officeart/2018/5/layout/IconLeafLabelList"/>
    <dgm:cxn modelId="{C428632A-DD84-464C-ACF3-BD2BB4CCDC0D}" srcId="{94FB2D30-F079-453C-B813-4938D3CBD0E2}" destId="{94CB793A-E95F-4E4F-9A76-5D7E44C95D6C}" srcOrd="2" destOrd="0" parTransId="{A38234D3-B713-4568-B01D-CC834056353E}" sibTransId="{F5ADD7E7-B7E1-4042-955E-6691549A9BBB}"/>
    <dgm:cxn modelId="{B29FE92A-9B77-4DD8-A616-4CADC841A818}" type="presOf" srcId="{4FE4A229-EBF7-4EA3-999B-D734C0C30C19}" destId="{3A3A5506-CEF8-4681-8576-66F4EEC20605}" srcOrd="0" destOrd="0" presId="urn:microsoft.com/office/officeart/2018/5/layout/IconLeafLabelList"/>
    <dgm:cxn modelId="{0C8B202B-3D2D-4302-BF01-B479200CA997}" srcId="{94FB2D30-F079-453C-B813-4938D3CBD0E2}" destId="{4FE4A229-EBF7-4EA3-999B-D734C0C30C19}" srcOrd="1" destOrd="0" parTransId="{E4A8C37A-96D4-425B-A7E9-DAE573CB1ECD}" sibTransId="{4B3C41A3-B493-4F49-9ABE-78CC72C6D1C1}"/>
    <dgm:cxn modelId="{EA87DC9A-44C2-49A0-B70A-6B802C9D01BC}" srcId="{94FB2D30-F079-453C-B813-4938D3CBD0E2}" destId="{D2E0E7AD-5C0D-4E61-8CCB-90E314857EF5}" srcOrd="0" destOrd="0" parTransId="{F8E34DF6-BFF8-493B-AE71-1838D4879BA3}" sibTransId="{76F15344-5016-4949-BE54-24E11846C19E}"/>
    <dgm:cxn modelId="{4B0618D6-55B1-4818-8018-D88358F0C632}" type="presOf" srcId="{D2E0E7AD-5C0D-4E61-8CCB-90E314857EF5}" destId="{3C6D247D-886C-40E6-BCFA-1B1D2AF507D6}" srcOrd="0" destOrd="0" presId="urn:microsoft.com/office/officeart/2018/5/layout/IconLeafLabelList"/>
    <dgm:cxn modelId="{C93E34E5-DE22-424F-882F-49E281E1D4E0}" type="presOf" srcId="{94CB793A-E95F-4E4F-9A76-5D7E44C95D6C}" destId="{7016EE4D-0466-4DE0-84FD-055AB5407A8B}" srcOrd="0" destOrd="0" presId="urn:microsoft.com/office/officeart/2018/5/layout/IconLeafLabelList"/>
    <dgm:cxn modelId="{ECF32D8D-C643-4D1D-AD09-9B825D383D20}" type="presParOf" srcId="{FFA824BD-30AF-4AB9-9EC1-A61107879A26}" destId="{8B76E894-4599-42C7-8002-4F709F145752}" srcOrd="0" destOrd="0" presId="urn:microsoft.com/office/officeart/2018/5/layout/IconLeafLabelList"/>
    <dgm:cxn modelId="{4ADC8E0F-37C6-4ADB-B6A9-06052C977C86}" type="presParOf" srcId="{8B76E894-4599-42C7-8002-4F709F145752}" destId="{83284EC4-DC60-4830-8C74-2841812A7218}" srcOrd="0" destOrd="0" presId="urn:microsoft.com/office/officeart/2018/5/layout/IconLeafLabelList"/>
    <dgm:cxn modelId="{DC0C4F5B-EC8A-40E6-8212-5226FC0C3FD8}" type="presParOf" srcId="{8B76E894-4599-42C7-8002-4F709F145752}" destId="{0A57DCA8-A14F-484D-98E1-2DF7E814B410}" srcOrd="1" destOrd="0" presId="urn:microsoft.com/office/officeart/2018/5/layout/IconLeafLabelList"/>
    <dgm:cxn modelId="{1B68A7C3-2FAA-4DC1-AE47-93A876215F23}" type="presParOf" srcId="{8B76E894-4599-42C7-8002-4F709F145752}" destId="{228A245F-2A01-42C4-A968-AEB8FD567202}" srcOrd="2" destOrd="0" presId="urn:microsoft.com/office/officeart/2018/5/layout/IconLeafLabelList"/>
    <dgm:cxn modelId="{656858E6-0A15-41EA-BF60-8B6782C7E124}" type="presParOf" srcId="{8B76E894-4599-42C7-8002-4F709F145752}" destId="{3C6D247D-886C-40E6-BCFA-1B1D2AF507D6}" srcOrd="3" destOrd="0" presId="urn:microsoft.com/office/officeart/2018/5/layout/IconLeafLabelList"/>
    <dgm:cxn modelId="{AD916CDE-2FB7-4846-999E-F2D1B5530A99}" type="presParOf" srcId="{FFA824BD-30AF-4AB9-9EC1-A61107879A26}" destId="{C4B26A66-B457-40CF-BAE4-72218B93DC82}" srcOrd="1" destOrd="0" presId="urn:microsoft.com/office/officeart/2018/5/layout/IconLeafLabelList"/>
    <dgm:cxn modelId="{5AB96A1D-339E-4F39-B9A8-6F147558FCD8}" type="presParOf" srcId="{FFA824BD-30AF-4AB9-9EC1-A61107879A26}" destId="{501C5FA3-5464-4BD4-A559-D13FEF391746}" srcOrd="2" destOrd="0" presId="urn:microsoft.com/office/officeart/2018/5/layout/IconLeafLabelList"/>
    <dgm:cxn modelId="{22FEC174-6C0F-48C0-8880-A607ACD02B46}" type="presParOf" srcId="{501C5FA3-5464-4BD4-A559-D13FEF391746}" destId="{22242029-3265-4D9F-A143-451E37480133}" srcOrd="0" destOrd="0" presId="urn:microsoft.com/office/officeart/2018/5/layout/IconLeafLabelList"/>
    <dgm:cxn modelId="{8090DC44-E5AC-45EF-B052-1F773ED08583}" type="presParOf" srcId="{501C5FA3-5464-4BD4-A559-D13FEF391746}" destId="{97FF5C7C-FC91-425F-97AA-75A23CDE8F76}" srcOrd="1" destOrd="0" presId="urn:microsoft.com/office/officeart/2018/5/layout/IconLeafLabelList"/>
    <dgm:cxn modelId="{2E930C47-70B8-4464-A21C-19F0A44A78E0}" type="presParOf" srcId="{501C5FA3-5464-4BD4-A559-D13FEF391746}" destId="{1CF450B7-CCCB-4282-99E5-4205018B51CA}" srcOrd="2" destOrd="0" presId="urn:microsoft.com/office/officeart/2018/5/layout/IconLeafLabelList"/>
    <dgm:cxn modelId="{14E26FAA-72C9-4FF7-BB5B-2B31AF013C29}" type="presParOf" srcId="{501C5FA3-5464-4BD4-A559-D13FEF391746}" destId="{3A3A5506-CEF8-4681-8576-66F4EEC20605}" srcOrd="3" destOrd="0" presId="urn:microsoft.com/office/officeart/2018/5/layout/IconLeafLabelList"/>
    <dgm:cxn modelId="{16E370FE-369A-4349-9C83-85A35FB4BCF1}" type="presParOf" srcId="{FFA824BD-30AF-4AB9-9EC1-A61107879A26}" destId="{5FFC765B-6668-4705-85DE-382378EA28B3}" srcOrd="3" destOrd="0" presId="urn:microsoft.com/office/officeart/2018/5/layout/IconLeafLabelList"/>
    <dgm:cxn modelId="{5C78F776-CBB1-4330-B07F-EF6AA7F62329}" type="presParOf" srcId="{FFA824BD-30AF-4AB9-9EC1-A61107879A26}" destId="{971E20EF-B9CD-49E4-B653-DD08E801CEF6}" srcOrd="4" destOrd="0" presId="urn:microsoft.com/office/officeart/2018/5/layout/IconLeafLabelList"/>
    <dgm:cxn modelId="{6802BB06-1A06-430B-ABB4-5EFA7B905D43}" type="presParOf" srcId="{971E20EF-B9CD-49E4-B653-DD08E801CEF6}" destId="{CC3B0152-8DD5-4D04-BD0B-044DDF2FD6CF}" srcOrd="0" destOrd="0" presId="urn:microsoft.com/office/officeart/2018/5/layout/IconLeafLabelList"/>
    <dgm:cxn modelId="{4EF9B83F-AC8D-434C-B005-9318ABC1104D}" type="presParOf" srcId="{971E20EF-B9CD-49E4-B653-DD08E801CEF6}" destId="{D3E3A2A7-ED1B-4DAA-BAA8-A97B6F0FAF65}" srcOrd="1" destOrd="0" presId="urn:microsoft.com/office/officeart/2018/5/layout/IconLeafLabelList"/>
    <dgm:cxn modelId="{57C3C270-3BF6-4473-B8CE-128201B393B3}" type="presParOf" srcId="{971E20EF-B9CD-49E4-B653-DD08E801CEF6}" destId="{385DB496-6967-4519-A65C-7086DF72AB14}" srcOrd="2" destOrd="0" presId="urn:microsoft.com/office/officeart/2018/5/layout/IconLeafLabelList"/>
    <dgm:cxn modelId="{1B460116-75A0-49DA-82F9-8A7123647299}" type="presParOf" srcId="{971E20EF-B9CD-49E4-B653-DD08E801CEF6}" destId="{7016EE4D-0466-4DE0-84FD-055AB5407A8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E2976A-E5B1-4C69-9D33-67C58D777BC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43EE92-4604-4D27-92AE-C4FFFEB528AC}">
      <dgm:prSet/>
      <dgm:spPr/>
      <dgm:t>
        <a:bodyPr/>
        <a:lstStyle/>
        <a:p>
          <a:r>
            <a:rPr lang="en-US" b="0" i="0" baseline="0"/>
            <a:t>Beginners with no prior programming experience.</a:t>
          </a:r>
          <a:endParaRPr lang="en-US"/>
        </a:p>
      </dgm:t>
    </dgm:pt>
    <dgm:pt modelId="{7154FD02-CFCB-4441-8C2B-329EFF8B07C4}" type="parTrans" cxnId="{0E806A10-A33C-4889-B4D5-171D4495DA77}">
      <dgm:prSet/>
      <dgm:spPr/>
      <dgm:t>
        <a:bodyPr/>
        <a:lstStyle/>
        <a:p>
          <a:endParaRPr lang="en-US"/>
        </a:p>
      </dgm:t>
    </dgm:pt>
    <dgm:pt modelId="{0A85E877-7F32-4525-9226-BB245CF2DE14}" type="sibTrans" cxnId="{0E806A10-A33C-4889-B4D5-171D4495DA77}">
      <dgm:prSet/>
      <dgm:spPr/>
      <dgm:t>
        <a:bodyPr/>
        <a:lstStyle/>
        <a:p>
          <a:endParaRPr lang="en-US"/>
        </a:p>
      </dgm:t>
    </dgm:pt>
    <dgm:pt modelId="{69BFBCA7-FB4A-468E-90A1-59B9D620C4FC}">
      <dgm:prSet/>
      <dgm:spPr/>
      <dgm:t>
        <a:bodyPr/>
        <a:lstStyle/>
        <a:p>
          <a:r>
            <a:rPr lang="en-US" b="0" i="0" baseline="0"/>
            <a:t>Professionals looking to learn Python for career advancement.</a:t>
          </a:r>
          <a:endParaRPr lang="en-US"/>
        </a:p>
      </dgm:t>
    </dgm:pt>
    <dgm:pt modelId="{D498CA7B-9B22-4DBB-9637-D6FE1D23B027}" type="parTrans" cxnId="{2779BE58-BC75-4BDB-91B1-CDAA51765FA5}">
      <dgm:prSet/>
      <dgm:spPr/>
      <dgm:t>
        <a:bodyPr/>
        <a:lstStyle/>
        <a:p>
          <a:endParaRPr lang="en-US"/>
        </a:p>
      </dgm:t>
    </dgm:pt>
    <dgm:pt modelId="{025EFFF8-74C8-428D-B7B1-D96CC78F2CB1}" type="sibTrans" cxnId="{2779BE58-BC75-4BDB-91B1-CDAA51765FA5}">
      <dgm:prSet/>
      <dgm:spPr/>
      <dgm:t>
        <a:bodyPr/>
        <a:lstStyle/>
        <a:p>
          <a:endParaRPr lang="en-US"/>
        </a:p>
      </dgm:t>
    </dgm:pt>
    <dgm:pt modelId="{DDBE4231-6509-46CB-A7C3-BBD6C9BFC71F}">
      <dgm:prSet/>
      <dgm:spPr/>
      <dgm:t>
        <a:bodyPr/>
        <a:lstStyle/>
        <a:p>
          <a:r>
            <a:rPr lang="en-US" b="0" i="0" baseline="0"/>
            <a:t>Students interested in computer science and programming. </a:t>
          </a:r>
          <a:endParaRPr lang="en-US"/>
        </a:p>
      </dgm:t>
    </dgm:pt>
    <dgm:pt modelId="{28E81D34-946E-4260-82BD-2502645BC866}" type="parTrans" cxnId="{022D857E-FD9B-4ED3-BB90-B1CD1D396E34}">
      <dgm:prSet/>
      <dgm:spPr/>
      <dgm:t>
        <a:bodyPr/>
        <a:lstStyle/>
        <a:p>
          <a:endParaRPr lang="en-US"/>
        </a:p>
      </dgm:t>
    </dgm:pt>
    <dgm:pt modelId="{95DD6706-37DD-4679-AAD1-BB4E24A179C6}" type="sibTrans" cxnId="{022D857E-FD9B-4ED3-BB90-B1CD1D396E34}">
      <dgm:prSet/>
      <dgm:spPr/>
      <dgm:t>
        <a:bodyPr/>
        <a:lstStyle/>
        <a:p>
          <a:endParaRPr lang="en-US"/>
        </a:p>
      </dgm:t>
    </dgm:pt>
    <dgm:pt modelId="{D118CBCB-7018-4881-8C50-905B2FA9BBD4}" type="pres">
      <dgm:prSet presAssocID="{EAE2976A-E5B1-4C69-9D33-67C58D777B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7D7E59-EA86-4066-AB18-4E14F7CBBB17}" type="pres">
      <dgm:prSet presAssocID="{8243EE92-4604-4D27-92AE-C4FFFEB528AC}" presName="hierRoot1" presStyleCnt="0"/>
      <dgm:spPr/>
    </dgm:pt>
    <dgm:pt modelId="{3FAA0049-1780-43EC-A902-292E20255FCD}" type="pres">
      <dgm:prSet presAssocID="{8243EE92-4604-4D27-92AE-C4FFFEB528AC}" presName="composite" presStyleCnt="0"/>
      <dgm:spPr/>
    </dgm:pt>
    <dgm:pt modelId="{B9FC7462-5EC1-4606-8637-E2A2F217F281}" type="pres">
      <dgm:prSet presAssocID="{8243EE92-4604-4D27-92AE-C4FFFEB528AC}" presName="background" presStyleLbl="node0" presStyleIdx="0" presStyleCnt="3"/>
      <dgm:spPr/>
    </dgm:pt>
    <dgm:pt modelId="{02F4FDE1-E4D0-4FF9-8E97-8C38055B98A2}" type="pres">
      <dgm:prSet presAssocID="{8243EE92-4604-4D27-92AE-C4FFFEB528AC}" presName="text" presStyleLbl="fgAcc0" presStyleIdx="0" presStyleCnt="3">
        <dgm:presLayoutVars>
          <dgm:chPref val="3"/>
        </dgm:presLayoutVars>
      </dgm:prSet>
      <dgm:spPr/>
    </dgm:pt>
    <dgm:pt modelId="{4F5F242B-31EE-4F22-9F5F-8FFED6FF8A13}" type="pres">
      <dgm:prSet presAssocID="{8243EE92-4604-4D27-92AE-C4FFFEB528AC}" presName="hierChild2" presStyleCnt="0"/>
      <dgm:spPr/>
    </dgm:pt>
    <dgm:pt modelId="{1D0A08D2-A39B-4E55-B6E3-2BE2A69B2DE6}" type="pres">
      <dgm:prSet presAssocID="{69BFBCA7-FB4A-468E-90A1-59B9D620C4FC}" presName="hierRoot1" presStyleCnt="0"/>
      <dgm:spPr/>
    </dgm:pt>
    <dgm:pt modelId="{EA8CFB2F-6D37-474D-B18B-C5038543DC0E}" type="pres">
      <dgm:prSet presAssocID="{69BFBCA7-FB4A-468E-90A1-59B9D620C4FC}" presName="composite" presStyleCnt="0"/>
      <dgm:spPr/>
    </dgm:pt>
    <dgm:pt modelId="{E6EC7F3D-8534-4D2A-8105-AF3D4DA4507B}" type="pres">
      <dgm:prSet presAssocID="{69BFBCA7-FB4A-468E-90A1-59B9D620C4FC}" presName="background" presStyleLbl="node0" presStyleIdx="1" presStyleCnt="3"/>
      <dgm:spPr/>
    </dgm:pt>
    <dgm:pt modelId="{98A4818E-B6A3-43BA-9EBF-A58376AA2D48}" type="pres">
      <dgm:prSet presAssocID="{69BFBCA7-FB4A-468E-90A1-59B9D620C4FC}" presName="text" presStyleLbl="fgAcc0" presStyleIdx="1" presStyleCnt="3">
        <dgm:presLayoutVars>
          <dgm:chPref val="3"/>
        </dgm:presLayoutVars>
      </dgm:prSet>
      <dgm:spPr/>
    </dgm:pt>
    <dgm:pt modelId="{335CEE60-BEE3-4877-85E7-CA6B37B79C0E}" type="pres">
      <dgm:prSet presAssocID="{69BFBCA7-FB4A-468E-90A1-59B9D620C4FC}" presName="hierChild2" presStyleCnt="0"/>
      <dgm:spPr/>
    </dgm:pt>
    <dgm:pt modelId="{B912188F-6B17-4135-BBDC-52F574F92863}" type="pres">
      <dgm:prSet presAssocID="{DDBE4231-6509-46CB-A7C3-BBD6C9BFC71F}" presName="hierRoot1" presStyleCnt="0"/>
      <dgm:spPr/>
    </dgm:pt>
    <dgm:pt modelId="{9686E5C9-FE14-4F4A-9AE8-5021E83B19EB}" type="pres">
      <dgm:prSet presAssocID="{DDBE4231-6509-46CB-A7C3-BBD6C9BFC71F}" presName="composite" presStyleCnt="0"/>
      <dgm:spPr/>
    </dgm:pt>
    <dgm:pt modelId="{573A4AF5-4F54-42A5-878F-4B1806D6E93D}" type="pres">
      <dgm:prSet presAssocID="{DDBE4231-6509-46CB-A7C3-BBD6C9BFC71F}" presName="background" presStyleLbl="node0" presStyleIdx="2" presStyleCnt="3"/>
      <dgm:spPr/>
    </dgm:pt>
    <dgm:pt modelId="{04C0B66D-B376-41F2-AAD1-3A36051D3B4D}" type="pres">
      <dgm:prSet presAssocID="{DDBE4231-6509-46CB-A7C3-BBD6C9BFC71F}" presName="text" presStyleLbl="fgAcc0" presStyleIdx="2" presStyleCnt="3">
        <dgm:presLayoutVars>
          <dgm:chPref val="3"/>
        </dgm:presLayoutVars>
      </dgm:prSet>
      <dgm:spPr/>
    </dgm:pt>
    <dgm:pt modelId="{269044F6-E01B-4CA9-8D30-E1FB044BA6CE}" type="pres">
      <dgm:prSet presAssocID="{DDBE4231-6509-46CB-A7C3-BBD6C9BFC71F}" presName="hierChild2" presStyleCnt="0"/>
      <dgm:spPr/>
    </dgm:pt>
  </dgm:ptLst>
  <dgm:cxnLst>
    <dgm:cxn modelId="{38487D08-DFE2-4EA7-8828-B5D80133D5AE}" type="presOf" srcId="{DDBE4231-6509-46CB-A7C3-BBD6C9BFC71F}" destId="{04C0B66D-B376-41F2-AAD1-3A36051D3B4D}" srcOrd="0" destOrd="0" presId="urn:microsoft.com/office/officeart/2005/8/layout/hierarchy1"/>
    <dgm:cxn modelId="{0E806A10-A33C-4889-B4D5-171D4495DA77}" srcId="{EAE2976A-E5B1-4C69-9D33-67C58D777BC3}" destId="{8243EE92-4604-4D27-92AE-C4FFFEB528AC}" srcOrd="0" destOrd="0" parTransId="{7154FD02-CFCB-4441-8C2B-329EFF8B07C4}" sibTransId="{0A85E877-7F32-4525-9226-BB245CF2DE14}"/>
    <dgm:cxn modelId="{89CC4331-0ADC-42C0-8239-543D55C77231}" type="presOf" srcId="{8243EE92-4604-4D27-92AE-C4FFFEB528AC}" destId="{02F4FDE1-E4D0-4FF9-8E97-8C38055B98A2}" srcOrd="0" destOrd="0" presId="urn:microsoft.com/office/officeart/2005/8/layout/hierarchy1"/>
    <dgm:cxn modelId="{2779BE58-BC75-4BDB-91B1-CDAA51765FA5}" srcId="{EAE2976A-E5B1-4C69-9D33-67C58D777BC3}" destId="{69BFBCA7-FB4A-468E-90A1-59B9D620C4FC}" srcOrd="1" destOrd="0" parTransId="{D498CA7B-9B22-4DBB-9637-D6FE1D23B027}" sibTransId="{025EFFF8-74C8-428D-B7B1-D96CC78F2CB1}"/>
    <dgm:cxn modelId="{022D857E-FD9B-4ED3-BB90-B1CD1D396E34}" srcId="{EAE2976A-E5B1-4C69-9D33-67C58D777BC3}" destId="{DDBE4231-6509-46CB-A7C3-BBD6C9BFC71F}" srcOrd="2" destOrd="0" parTransId="{28E81D34-946E-4260-82BD-2502645BC866}" sibTransId="{95DD6706-37DD-4679-AAD1-BB4E24A179C6}"/>
    <dgm:cxn modelId="{C18B9FBC-E2CD-498A-A302-D7BF7D62FDBF}" type="presOf" srcId="{EAE2976A-E5B1-4C69-9D33-67C58D777BC3}" destId="{D118CBCB-7018-4881-8C50-905B2FA9BBD4}" srcOrd="0" destOrd="0" presId="urn:microsoft.com/office/officeart/2005/8/layout/hierarchy1"/>
    <dgm:cxn modelId="{E13625BE-D505-434F-A6B6-5F3F6DE9C154}" type="presOf" srcId="{69BFBCA7-FB4A-468E-90A1-59B9D620C4FC}" destId="{98A4818E-B6A3-43BA-9EBF-A58376AA2D48}" srcOrd="0" destOrd="0" presId="urn:microsoft.com/office/officeart/2005/8/layout/hierarchy1"/>
    <dgm:cxn modelId="{17F6553A-C5AB-445B-A4B2-A43C6C5C0728}" type="presParOf" srcId="{D118CBCB-7018-4881-8C50-905B2FA9BBD4}" destId="{4E7D7E59-EA86-4066-AB18-4E14F7CBBB17}" srcOrd="0" destOrd="0" presId="urn:microsoft.com/office/officeart/2005/8/layout/hierarchy1"/>
    <dgm:cxn modelId="{78CFDD9B-9063-453C-9096-FF73F2210B73}" type="presParOf" srcId="{4E7D7E59-EA86-4066-AB18-4E14F7CBBB17}" destId="{3FAA0049-1780-43EC-A902-292E20255FCD}" srcOrd="0" destOrd="0" presId="urn:microsoft.com/office/officeart/2005/8/layout/hierarchy1"/>
    <dgm:cxn modelId="{A07C6DD4-4798-4BAC-AA8E-B49BF93486A3}" type="presParOf" srcId="{3FAA0049-1780-43EC-A902-292E20255FCD}" destId="{B9FC7462-5EC1-4606-8637-E2A2F217F281}" srcOrd="0" destOrd="0" presId="urn:microsoft.com/office/officeart/2005/8/layout/hierarchy1"/>
    <dgm:cxn modelId="{03A99D3D-A60F-45F3-AD56-27861E70A100}" type="presParOf" srcId="{3FAA0049-1780-43EC-A902-292E20255FCD}" destId="{02F4FDE1-E4D0-4FF9-8E97-8C38055B98A2}" srcOrd="1" destOrd="0" presId="urn:microsoft.com/office/officeart/2005/8/layout/hierarchy1"/>
    <dgm:cxn modelId="{40723641-BAF8-48A3-8902-7DCA876E1E35}" type="presParOf" srcId="{4E7D7E59-EA86-4066-AB18-4E14F7CBBB17}" destId="{4F5F242B-31EE-4F22-9F5F-8FFED6FF8A13}" srcOrd="1" destOrd="0" presId="urn:microsoft.com/office/officeart/2005/8/layout/hierarchy1"/>
    <dgm:cxn modelId="{D43F8555-59D0-4413-ACF5-2014C51FA9FB}" type="presParOf" srcId="{D118CBCB-7018-4881-8C50-905B2FA9BBD4}" destId="{1D0A08D2-A39B-4E55-B6E3-2BE2A69B2DE6}" srcOrd="1" destOrd="0" presId="urn:microsoft.com/office/officeart/2005/8/layout/hierarchy1"/>
    <dgm:cxn modelId="{6AEC93AC-F4AB-4151-BAA7-E0621842D98B}" type="presParOf" srcId="{1D0A08D2-A39B-4E55-B6E3-2BE2A69B2DE6}" destId="{EA8CFB2F-6D37-474D-B18B-C5038543DC0E}" srcOrd="0" destOrd="0" presId="urn:microsoft.com/office/officeart/2005/8/layout/hierarchy1"/>
    <dgm:cxn modelId="{78BBD087-86AA-4679-BE93-1C08F5877930}" type="presParOf" srcId="{EA8CFB2F-6D37-474D-B18B-C5038543DC0E}" destId="{E6EC7F3D-8534-4D2A-8105-AF3D4DA4507B}" srcOrd="0" destOrd="0" presId="urn:microsoft.com/office/officeart/2005/8/layout/hierarchy1"/>
    <dgm:cxn modelId="{7A982748-B693-4F22-B6FA-A4F3A2A1A370}" type="presParOf" srcId="{EA8CFB2F-6D37-474D-B18B-C5038543DC0E}" destId="{98A4818E-B6A3-43BA-9EBF-A58376AA2D48}" srcOrd="1" destOrd="0" presId="urn:microsoft.com/office/officeart/2005/8/layout/hierarchy1"/>
    <dgm:cxn modelId="{91E6FB92-81AE-4B22-82C5-F3FC64C16EB0}" type="presParOf" srcId="{1D0A08D2-A39B-4E55-B6E3-2BE2A69B2DE6}" destId="{335CEE60-BEE3-4877-85E7-CA6B37B79C0E}" srcOrd="1" destOrd="0" presId="urn:microsoft.com/office/officeart/2005/8/layout/hierarchy1"/>
    <dgm:cxn modelId="{E756D411-A4F0-439F-B258-20613EFD3007}" type="presParOf" srcId="{D118CBCB-7018-4881-8C50-905B2FA9BBD4}" destId="{B912188F-6B17-4135-BBDC-52F574F92863}" srcOrd="2" destOrd="0" presId="urn:microsoft.com/office/officeart/2005/8/layout/hierarchy1"/>
    <dgm:cxn modelId="{F2C563FF-7EBB-4D51-BB42-8DCAADDAFB9B}" type="presParOf" srcId="{B912188F-6B17-4135-BBDC-52F574F92863}" destId="{9686E5C9-FE14-4F4A-9AE8-5021E83B19EB}" srcOrd="0" destOrd="0" presId="urn:microsoft.com/office/officeart/2005/8/layout/hierarchy1"/>
    <dgm:cxn modelId="{47E55855-5DD4-4084-BD7C-75DBCE9ED10A}" type="presParOf" srcId="{9686E5C9-FE14-4F4A-9AE8-5021E83B19EB}" destId="{573A4AF5-4F54-42A5-878F-4B1806D6E93D}" srcOrd="0" destOrd="0" presId="urn:microsoft.com/office/officeart/2005/8/layout/hierarchy1"/>
    <dgm:cxn modelId="{C55510ED-960C-41CA-9AD7-66A535046ABF}" type="presParOf" srcId="{9686E5C9-FE14-4F4A-9AE8-5021E83B19EB}" destId="{04C0B66D-B376-41F2-AAD1-3A36051D3B4D}" srcOrd="1" destOrd="0" presId="urn:microsoft.com/office/officeart/2005/8/layout/hierarchy1"/>
    <dgm:cxn modelId="{2FC4F8D2-AE89-44AC-86A4-D48DEFAC690E}" type="presParOf" srcId="{B912188F-6B17-4135-BBDC-52F574F92863}" destId="{269044F6-E01B-4CA9-8D30-E1FB044BA6C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FB8F90-0F8E-4573-A7A6-B8B57ED2DEE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AE8DB4-D9B0-416A-B63D-49B4E3F4D3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baseline="0" dirty="0"/>
            <a:t>Interactive lectures with live coding examples.</a:t>
          </a:r>
          <a:endParaRPr lang="en-US" sz="2400" dirty="0"/>
        </a:p>
      </dgm:t>
    </dgm:pt>
    <dgm:pt modelId="{94558163-3538-4716-8230-EE41A87A8AE6}" type="parTrans" cxnId="{E5D063F2-7D34-4EAD-ADDF-697F98077B91}">
      <dgm:prSet/>
      <dgm:spPr/>
      <dgm:t>
        <a:bodyPr/>
        <a:lstStyle/>
        <a:p>
          <a:endParaRPr lang="en-US"/>
        </a:p>
      </dgm:t>
    </dgm:pt>
    <dgm:pt modelId="{FC213850-73D9-43EB-92AC-1039EB3AC58D}" type="sibTrans" cxnId="{E5D063F2-7D34-4EAD-ADDF-697F98077B91}">
      <dgm:prSet/>
      <dgm:spPr/>
      <dgm:t>
        <a:bodyPr/>
        <a:lstStyle/>
        <a:p>
          <a:endParaRPr lang="en-US"/>
        </a:p>
      </dgm:t>
    </dgm:pt>
    <dgm:pt modelId="{665DF2B9-A384-4FBE-A4AC-E849F7D2238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baseline="0" dirty="0"/>
            <a:t>Hands-on exercises and assignments.</a:t>
          </a:r>
          <a:endParaRPr lang="en-US" sz="2400" dirty="0"/>
        </a:p>
      </dgm:t>
    </dgm:pt>
    <dgm:pt modelId="{6E7DE291-16C6-4406-ADA5-331D4020E4C0}" type="parTrans" cxnId="{2811B3D9-AE60-4D89-AFF1-6CE510B0E9B7}">
      <dgm:prSet/>
      <dgm:spPr/>
      <dgm:t>
        <a:bodyPr/>
        <a:lstStyle/>
        <a:p>
          <a:endParaRPr lang="en-US"/>
        </a:p>
      </dgm:t>
    </dgm:pt>
    <dgm:pt modelId="{22BEAF7A-60A7-4D06-825F-5130C40070ED}" type="sibTrans" cxnId="{2811B3D9-AE60-4D89-AFF1-6CE510B0E9B7}">
      <dgm:prSet/>
      <dgm:spPr/>
      <dgm:t>
        <a:bodyPr/>
        <a:lstStyle/>
        <a:p>
          <a:endParaRPr lang="en-US"/>
        </a:p>
      </dgm:t>
    </dgm:pt>
    <dgm:pt modelId="{0CE69E8A-6305-412F-8D07-AAA4489D97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baseline="0" dirty="0"/>
            <a:t>Quizzes to test your knowledge. </a:t>
          </a:r>
          <a:endParaRPr lang="en-US" sz="2400" dirty="0"/>
        </a:p>
      </dgm:t>
    </dgm:pt>
    <dgm:pt modelId="{A6508D93-28E9-4552-8AFA-7FF4408194F1}" type="parTrans" cxnId="{E90CFBCD-7974-4026-9243-50EB5AA40DFE}">
      <dgm:prSet/>
      <dgm:spPr/>
      <dgm:t>
        <a:bodyPr/>
        <a:lstStyle/>
        <a:p>
          <a:endParaRPr lang="en-US"/>
        </a:p>
      </dgm:t>
    </dgm:pt>
    <dgm:pt modelId="{6630E7B6-208C-40D7-9003-A0CAAF28508E}" type="sibTrans" cxnId="{E90CFBCD-7974-4026-9243-50EB5AA40DFE}">
      <dgm:prSet/>
      <dgm:spPr/>
      <dgm:t>
        <a:bodyPr/>
        <a:lstStyle/>
        <a:p>
          <a:endParaRPr lang="en-US"/>
        </a:p>
      </dgm:t>
    </dgm:pt>
    <dgm:pt modelId="{F3CF6E43-D667-4E53-8974-50BCD55990C9}" type="pres">
      <dgm:prSet presAssocID="{FEFB8F90-0F8E-4573-A7A6-B8B57ED2DEE1}" presName="root" presStyleCnt="0">
        <dgm:presLayoutVars>
          <dgm:dir/>
          <dgm:resizeHandles val="exact"/>
        </dgm:presLayoutVars>
      </dgm:prSet>
      <dgm:spPr/>
    </dgm:pt>
    <dgm:pt modelId="{5E1CEC43-E86A-4C48-A41F-695193FD1E09}" type="pres">
      <dgm:prSet presAssocID="{CCAE8DB4-D9B0-416A-B63D-49B4E3F4D3DF}" presName="compNode" presStyleCnt="0"/>
      <dgm:spPr/>
    </dgm:pt>
    <dgm:pt modelId="{36BE0FA6-ED9E-4555-B00B-4062722CE015}" type="pres">
      <dgm:prSet presAssocID="{CCAE8DB4-D9B0-416A-B63D-49B4E3F4D3DF}" presName="iconRect" presStyleLbl="node1" presStyleIdx="0" presStyleCnt="3" custScaleX="121222" custScaleY="13735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6FAD7FF-3A22-4854-8381-593A4FBE6BFC}" type="pres">
      <dgm:prSet presAssocID="{CCAE8DB4-D9B0-416A-B63D-49B4E3F4D3DF}" presName="spaceRect" presStyleCnt="0"/>
      <dgm:spPr/>
    </dgm:pt>
    <dgm:pt modelId="{1B782279-00EC-4B9C-A0F5-DA31778B44A9}" type="pres">
      <dgm:prSet presAssocID="{CCAE8DB4-D9B0-416A-B63D-49B4E3F4D3DF}" presName="textRect" presStyleLbl="revTx" presStyleIdx="0" presStyleCnt="3">
        <dgm:presLayoutVars>
          <dgm:chMax val="1"/>
          <dgm:chPref val="1"/>
        </dgm:presLayoutVars>
      </dgm:prSet>
      <dgm:spPr/>
    </dgm:pt>
    <dgm:pt modelId="{FAB6BEF8-9402-437B-84EF-688D08D10508}" type="pres">
      <dgm:prSet presAssocID="{FC213850-73D9-43EB-92AC-1039EB3AC58D}" presName="sibTrans" presStyleCnt="0"/>
      <dgm:spPr/>
    </dgm:pt>
    <dgm:pt modelId="{DFCA4D60-1D6E-4D80-AF5C-EA099ABC7FA6}" type="pres">
      <dgm:prSet presAssocID="{665DF2B9-A384-4FBE-A4AC-E849F7D22382}" presName="compNode" presStyleCnt="0"/>
      <dgm:spPr/>
    </dgm:pt>
    <dgm:pt modelId="{0425AA45-E7DE-4368-A110-D538CF9C163E}" type="pres">
      <dgm:prSet presAssocID="{665DF2B9-A384-4FBE-A4AC-E849F7D22382}" presName="iconRect" presStyleLbl="node1" presStyleIdx="1" presStyleCnt="3" custScaleX="131611" custScaleY="13735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81CE3E9-758D-48BD-BBC2-87407027CA55}" type="pres">
      <dgm:prSet presAssocID="{665DF2B9-A384-4FBE-A4AC-E849F7D22382}" presName="spaceRect" presStyleCnt="0"/>
      <dgm:spPr/>
    </dgm:pt>
    <dgm:pt modelId="{61EEEE91-7682-4098-B60D-3C21AC354AB0}" type="pres">
      <dgm:prSet presAssocID="{665DF2B9-A384-4FBE-A4AC-E849F7D22382}" presName="textRect" presStyleLbl="revTx" presStyleIdx="1" presStyleCnt="3">
        <dgm:presLayoutVars>
          <dgm:chMax val="1"/>
          <dgm:chPref val="1"/>
        </dgm:presLayoutVars>
      </dgm:prSet>
      <dgm:spPr/>
    </dgm:pt>
    <dgm:pt modelId="{70C630A8-8E87-47A8-9027-7AAE92509EED}" type="pres">
      <dgm:prSet presAssocID="{22BEAF7A-60A7-4D06-825F-5130C40070ED}" presName="sibTrans" presStyleCnt="0"/>
      <dgm:spPr/>
    </dgm:pt>
    <dgm:pt modelId="{1E7C7AAB-7DD2-45C9-ADF2-7487CE9D5DCF}" type="pres">
      <dgm:prSet presAssocID="{0CE69E8A-6305-412F-8D07-AAA4489D9715}" presName="compNode" presStyleCnt="0"/>
      <dgm:spPr/>
    </dgm:pt>
    <dgm:pt modelId="{B02B6969-9555-4C8C-9187-136BD4A146EF}" type="pres">
      <dgm:prSet presAssocID="{0CE69E8A-6305-412F-8D07-AAA4489D9715}" presName="iconRect" presStyleLbl="node1" presStyleIdx="2" presStyleCnt="3" custScaleX="139943" custScaleY="14456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101AFAF-120D-4203-8E8E-ED99F57B0034}" type="pres">
      <dgm:prSet presAssocID="{0CE69E8A-6305-412F-8D07-AAA4489D9715}" presName="spaceRect" presStyleCnt="0"/>
      <dgm:spPr/>
    </dgm:pt>
    <dgm:pt modelId="{2E1421FC-A0E0-40CC-8F89-6C09CAFC0237}" type="pres">
      <dgm:prSet presAssocID="{0CE69E8A-6305-412F-8D07-AAA4489D971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434099-59B0-440F-9CA9-74AFD053E566}" type="presOf" srcId="{CCAE8DB4-D9B0-416A-B63D-49B4E3F4D3DF}" destId="{1B782279-00EC-4B9C-A0F5-DA31778B44A9}" srcOrd="0" destOrd="0" presId="urn:microsoft.com/office/officeart/2018/2/layout/IconLabelList"/>
    <dgm:cxn modelId="{8BF3ADC1-A090-458B-833B-41AFEFFC6341}" type="presOf" srcId="{665DF2B9-A384-4FBE-A4AC-E849F7D22382}" destId="{61EEEE91-7682-4098-B60D-3C21AC354AB0}" srcOrd="0" destOrd="0" presId="urn:microsoft.com/office/officeart/2018/2/layout/IconLabelList"/>
    <dgm:cxn modelId="{E90CFBCD-7974-4026-9243-50EB5AA40DFE}" srcId="{FEFB8F90-0F8E-4573-A7A6-B8B57ED2DEE1}" destId="{0CE69E8A-6305-412F-8D07-AAA4489D9715}" srcOrd="2" destOrd="0" parTransId="{A6508D93-28E9-4552-8AFA-7FF4408194F1}" sibTransId="{6630E7B6-208C-40D7-9003-A0CAAF28508E}"/>
    <dgm:cxn modelId="{2811B3D9-AE60-4D89-AFF1-6CE510B0E9B7}" srcId="{FEFB8F90-0F8E-4573-A7A6-B8B57ED2DEE1}" destId="{665DF2B9-A384-4FBE-A4AC-E849F7D22382}" srcOrd="1" destOrd="0" parTransId="{6E7DE291-16C6-4406-ADA5-331D4020E4C0}" sibTransId="{22BEAF7A-60A7-4D06-825F-5130C40070ED}"/>
    <dgm:cxn modelId="{AB64E6DB-6F93-4ACB-8FE5-EBB3D9BCF616}" type="presOf" srcId="{FEFB8F90-0F8E-4573-A7A6-B8B57ED2DEE1}" destId="{F3CF6E43-D667-4E53-8974-50BCD55990C9}" srcOrd="0" destOrd="0" presId="urn:microsoft.com/office/officeart/2018/2/layout/IconLabelList"/>
    <dgm:cxn modelId="{DF5EF7EA-CC5C-4C4B-BC70-FE73B0FA4A81}" type="presOf" srcId="{0CE69E8A-6305-412F-8D07-AAA4489D9715}" destId="{2E1421FC-A0E0-40CC-8F89-6C09CAFC0237}" srcOrd="0" destOrd="0" presId="urn:microsoft.com/office/officeart/2018/2/layout/IconLabelList"/>
    <dgm:cxn modelId="{E5D063F2-7D34-4EAD-ADDF-697F98077B91}" srcId="{FEFB8F90-0F8E-4573-A7A6-B8B57ED2DEE1}" destId="{CCAE8DB4-D9B0-416A-B63D-49B4E3F4D3DF}" srcOrd="0" destOrd="0" parTransId="{94558163-3538-4716-8230-EE41A87A8AE6}" sibTransId="{FC213850-73D9-43EB-92AC-1039EB3AC58D}"/>
    <dgm:cxn modelId="{EC2994A1-1B6B-4926-880C-E131ABA3AF16}" type="presParOf" srcId="{F3CF6E43-D667-4E53-8974-50BCD55990C9}" destId="{5E1CEC43-E86A-4C48-A41F-695193FD1E09}" srcOrd="0" destOrd="0" presId="urn:microsoft.com/office/officeart/2018/2/layout/IconLabelList"/>
    <dgm:cxn modelId="{DC825FA3-FE35-4BC4-BC8F-DE7A7DB670C5}" type="presParOf" srcId="{5E1CEC43-E86A-4C48-A41F-695193FD1E09}" destId="{36BE0FA6-ED9E-4555-B00B-4062722CE015}" srcOrd="0" destOrd="0" presId="urn:microsoft.com/office/officeart/2018/2/layout/IconLabelList"/>
    <dgm:cxn modelId="{65BC5171-3A89-41A2-9126-641BA017E0BD}" type="presParOf" srcId="{5E1CEC43-E86A-4C48-A41F-695193FD1E09}" destId="{86FAD7FF-3A22-4854-8381-593A4FBE6BFC}" srcOrd="1" destOrd="0" presId="urn:microsoft.com/office/officeart/2018/2/layout/IconLabelList"/>
    <dgm:cxn modelId="{E8555976-5BEB-4160-9316-4A9148CC95C1}" type="presParOf" srcId="{5E1CEC43-E86A-4C48-A41F-695193FD1E09}" destId="{1B782279-00EC-4B9C-A0F5-DA31778B44A9}" srcOrd="2" destOrd="0" presId="urn:microsoft.com/office/officeart/2018/2/layout/IconLabelList"/>
    <dgm:cxn modelId="{47F45DED-2529-4FDC-9759-FF40512790AC}" type="presParOf" srcId="{F3CF6E43-D667-4E53-8974-50BCD55990C9}" destId="{FAB6BEF8-9402-437B-84EF-688D08D10508}" srcOrd="1" destOrd="0" presId="urn:microsoft.com/office/officeart/2018/2/layout/IconLabelList"/>
    <dgm:cxn modelId="{7F4C7DF1-35DA-4E6D-B5A4-D6067158015D}" type="presParOf" srcId="{F3CF6E43-D667-4E53-8974-50BCD55990C9}" destId="{DFCA4D60-1D6E-4D80-AF5C-EA099ABC7FA6}" srcOrd="2" destOrd="0" presId="urn:microsoft.com/office/officeart/2018/2/layout/IconLabelList"/>
    <dgm:cxn modelId="{34A5677D-DEA9-4611-B153-C8A724592E03}" type="presParOf" srcId="{DFCA4D60-1D6E-4D80-AF5C-EA099ABC7FA6}" destId="{0425AA45-E7DE-4368-A110-D538CF9C163E}" srcOrd="0" destOrd="0" presId="urn:microsoft.com/office/officeart/2018/2/layout/IconLabelList"/>
    <dgm:cxn modelId="{6243BAB0-415C-49EE-AC20-499E976FE95F}" type="presParOf" srcId="{DFCA4D60-1D6E-4D80-AF5C-EA099ABC7FA6}" destId="{A81CE3E9-758D-48BD-BBC2-87407027CA55}" srcOrd="1" destOrd="0" presId="urn:microsoft.com/office/officeart/2018/2/layout/IconLabelList"/>
    <dgm:cxn modelId="{359969AE-C95F-4EB4-948C-268DE539A6C8}" type="presParOf" srcId="{DFCA4D60-1D6E-4D80-AF5C-EA099ABC7FA6}" destId="{61EEEE91-7682-4098-B60D-3C21AC354AB0}" srcOrd="2" destOrd="0" presId="urn:microsoft.com/office/officeart/2018/2/layout/IconLabelList"/>
    <dgm:cxn modelId="{102B0DC3-3056-4D30-82B5-D9BD222BD18A}" type="presParOf" srcId="{F3CF6E43-D667-4E53-8974-50BCD55990C9}" destId="{70C630A8-8E87-47A8-9027-7AAE92509EED}" srcOrd="3" destOrd="0" presId="urn:microsoft.com/office/officeart/2018/2/layout/IconLabelList"/>
    <dgm:cxn modelId="{E0171B4B-BA8E-47B0-9666-3EE93326D33F}" type="presParOf" srcId="{F3CF6E43-D667-4E53-8974-50BCD55990C9}" destId="{1E7C7AAB-7DD2-45C9-ADF2-7487CE9D5DCF}" srcOrd="4" destOrd="0" presId="urn:microsoft.com/office/officeart/2018/2/layout/IconLabelList"/>
    <dgm:cxn modelId="{B078A750-F136-42C5-8689-C5C40F5830FD}" type="presParOf" srcId="{1E7C7AAB-7DD2-45C9-ADF2-7487CE9D5DCF}" destId="{B02B6969-9555-4C8C-9187-136BD4A146EF}" srcOrd="0" destOrd="0" presId="urn:microsoft.com/office/officeart/2018/2/layout/IconLabelList"/>
    <dgm:cxn modelId="{EF6C4176-D6D7-43A7-9FAE-5353979AD79D}" type="presParOf" srcId="{1E7C7AAB-7DD2-45C9-ADF2-7487CE9D5DCF}" destId="{3101AFAF-120D-4203-8E8E-ED99F57B0034}" srcOrd="1" destOrd="0" presId="urn:microsoft.com/office/officeart/2018/2/layout/IconLabelList"/>
    <dgm:cxn modelId="{BE365E14-B238-4901-BA4A-486FDA709A88}" type="presParOf" srcId="{1E7C7AAB-7DD2-45C9-ADF2-7487CE9D5DCF}" destId="{2E1421FC-A0E0-40CC-8F89-6C09CAFC02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C5B880-F688-4765-8301-967F6F5CF81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48A033-6F55-4680-B7D8-AD874A54519C}">
      <dgm:prSet/>
      <dgm:spPr/>
      <dgm:t>
        <a:bodyPr/>
        <a:lstStyle/>
        <a:p>
          <a:pPr>
            <a:lnSpc>
              <a:spcPct val="100000"/>
            </a:lnSpc>
          </a:pPr>
          <a:r>
            <a:rPr lang="en-NL" dirty="0"/>
            <a:t>Panagiotis Herodotou</a:t>
          </a:r>
        </a:p>
        <a:p>
          <a:pPr>
            <a:lnSpc>
              <a:spcPct val="100000"/>
            </a:lnSpc>
          </a:pPr>
          <a:r>
            <a:rPr lang="en-NL" dirty="0"/>
            <a:t>Special Scientist</a:t>
          </a:r>
        </a:p>
        <a:p>
          <a:pPr>
            <a:lnSpc>
              <a:spcPct val="100000"/>
            </a:lnSpc>
          </a:pPr>
          <a:r>
            <a:rPr lang="en-NL"/>
            <a:t>PhD Student MME</a:t>
          </a:r>
          <a:endParaRPr lang="en-US" dirty="0"/>
        </a:p>
      </dgm:t>
    </dgm:pt>
    <dgm:pt modelId="{794A75FF-AF43-418B-8BB4-61E91CE85EEC}" type="parTrans" cxnId="{A1AAE124-758F-43C1-8859-FEF52FFCF564}">
      <dgm:prSet/>
      <dgm:spPr/>
      <dgm:t>
        <a:bodyPr/>
        <a:lstStyle/>
        <a:p>
          <a:endParaRPr lang="en-US"/>
        </a:p>
      </dgm:t>
    </dgm:pt>
    <dgm:pt modelId="{D0428080-26C8-4055-A289-E09131408930}" type="sibTrans" cxnId="{A1AAE124-758F-43C1-8859-FEF52FFCF5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7B6B1E-5210-4DA4-A644-6A314A1A1918}">
      <dgm:prSet/>
      <dgm:spPr/>
      <dgm:t>
        <a:bodyPr/>
        <a:lstStyle/>
        <a:p>
          <a:pPr>
            <a:lnSpc>
              <a:spcPct val="100000"/>
            </a:lnSpc>
          </a:pPr>
          <a:r>
            <a:rPr lang="en-NL" dirty="0">
              <a:hlinkClick xmlns:r="http://schemas.openxmlformats.org/officeDocument/2006/relationships" r:id="rId1"/>
            </a:rPr>
            <a:t>pherod01@ucy.ac.cy</a:t>
          </a:r>
          <a:endParaRPr lang="en-NL" dirty="0"/>
        </a:p>
      </dgm:t>
    </dgm:pt>
    <dgm:pt modelId="{4820D898-94A5-4A2F-A434-8326F43EBD8B}" type="parTrans" cxnId="{D40137D7-F696-4065-977E-89AE1B5863A0}">
      <dgm:prSet/>
      <dgm:spPr/>
      <dgm:t>
        <a:bodyPr/>
        <a:lstStyle/>
        <a:p>
          <a:endParaRPr lang="en-US"/>
        </a:p>
      </dgm:t>
    </dgm:pt>
    <dgm:pt modelId="{EDF637FE-A34B-4889-A35B-50D95587043D}" type="sibTrans" cxnId="{D40137D7-F696-4065-977E-89AE1B5863A0}">
      <dgm:prSet/>
      <dgm:spPr/>
      <dgm:t>
        <a:bodyPr/>
        <a:lstStyle/>
        <a:p>
          <a:endParaRPr lang="en-US"/>
        </a:p>
      </dgm:t>
    </dgm:pt>
    <dgm:pt modelId="{D5EF9653-D345-49DF-8141-E108592FCFF4}" type="pres">
      <dgm:prSet presAssocID="{51C5B880-F688-4765-8301-967F6F5CF81B}" presName="root" presStyleCnt="0">
        <dgm:presLayoutVars>
          <dgm:dir/>
          <dgm:resizeHandles val="exact"/>
        </dgm:presLayoutVars>
      </dgm:prSet>
      <dgm:spPr/>
    </dgm:pt>
    <dgm:pt modelId="{FCF67551-7A24-40D4-A1D7-FDAC933AE188}" type="pres">
      <dgm:prSet presAssocID="{51C5B880-F688-4765-8301-967F6F5CF81B}" presName="container" presStyleCnt="0">
        <dgm:presLayoutVars>
          <dgm:dir/>
          <dgm:resizeHandles val="exact"/>
        </dgm:presLayoutVars>
      </dgm:prSet>
      <dgm:spPr/>
    </dgm:pt>
    <dgm:pt modelId="{60073302-03C9-4D70-9A3B-60C0EC325916}" type="pres">
      <dgm:prSet presAssocID="{1648A033-6F55-4680-B7D8-AD874A54519C}" presName="compNode" presStyleCnt="0"/>
      <dgm:spPr/>
    </dgm:pt>
    <dgm:pt modelId="{5E345AF3-BD13-491F-A7D7-DFDC01AFA5F0}" type="pres">
      <dgm:prSet presAssocID="{1648A033-6F55-4680-B7D8-AD874A54519C}" presName="iconBgRect" presStyleLbl="bgShp" presStyleIdx="0" presStyleCnt="2"/>
      <dgm:spPr/>
    </dgm:pt>
    <dgm:pt modelId="{30CD13F6-DEDF-4A0B-BDAE-62861A1E23D1}" type="pres">
      <dgm:prSet presAssocID="{1648A033-6F55-4680-B7D8-AD874A54519C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5239BD-0FB6-4DF0-9771-373F29C4C444}" type="pres">
      <dgm:prSet presAssocID="{1648A033-6F55-4680-B7D8-AD874A54519C}" presName="spaceRect" presStyleCnt="0"/>
      <dgm:spPr/>
    </dgm:pt>
    <dgm:pt modelId="{AD6D4FD7-C5D4-4FE2-A6E3-231032AFBD1E}" type="pres">
      <dgm:prSet presAssocID="{1648A033-6F55-4680-B7D8-AD874A54519C}" presName="textRect" presStyleLbl="revTx" presStyleIdx="0" presStyleCnt="2">
        <dgm:presLayoutVars>
          <dgm:chMax val="1"/>
          <dgm:chPref val="1"/>
        </dgm:presLayoutVars>
      </dgm:prSet>
      <dgm:spPr/>
    </dgm:pt>
    <dgm:pt modelId="{F0C13849-C06B-4CC9-BECE-CB373618147B}" type="pres">
      <dgm:prSet presAssocID="{D0428080-26C8-4055-A289-E09131408930}" presName="sibTrans" presStyleLbl="sibTrans2D1" presStyleIdx="0" presStyleCnt="0"/>
      <dgm:spPr/>
    </dgm:pt>
    <dgm:pt modelId="{BE5D06A2-1FF3-48E2-941E-451147185405}" type="pres">
      <dgm:prSet presAssocID="{F07B6B1E-5210-4DA4-A644-6A314A1A1918}" presName="compNode" presStyleCnt="0"/>
      <dgm:spPr/>
    </dgm:pt>
    <dgm:pt modelId="{4F9F5E84-A4C5-45EF-8322-6CC05E26DFC4}" type="pres">
      <dgm:prSet presAssocID="{F07B6B1E-5210-4DA4-A644-6A314A1A1918}" presName="iconBgRect" presStyleLbl="bgShp" presStyleIdx="1" presStyleCnt="2"/>
      <dgm:spPr/>
    </dgm:pt>
    <dgm:pt modelId="{5A3AB3F9-F5E4-48A8-9292-8931677830DD}" type="pres">
      <dgm:prSet presAssocID="{F07B6B1E-5210-4DA4-A644-6A314A1A1918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108F361-6671-44B9-8848-FD50DA734CE9}" type="pres">
      <dgm:prSet presAssocID="{F07B6B1E-5210-4DA4-A644-6A314A1A1918}" presName="spaceRect" presStyleCnt="0"/>
      <dgm:spPr/>
    </dgm:pt>
    <dgm:pt modelId="{0F16D09B-7330-4A20-B008-637269DA6590}" type="pres">
      <dgm:prSet presAssocID="{F07B6B1E-5210-4DA4-A644-6A314A1A191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1AAE124-758F-43C1-8859-FEF52FFCF564}" srcId="{51C5B880-F688-4765-8301-967F6F5CF81B}" destId="{1648A033-6F55-4680-B7D8-AD874A54519C}" srcOrd="0" destOrd="0" parTransId="{794A75FF-AF43-418B-8BB4-61E91CE85EEC}" sibTransId="{D0428080-26C8-4055-A289-E09131408930}"/>
    <dgm:cxn modelId="{9AE43055-5D6E-4F42-B038-47B041DA0477}" type="presOf" srcId="{1648A033-6F55-4680-B7D8-AD874A54519C}" destId="{AD6D4FD7-C5D4-4FE2-A6E3-231032AFBD1E}" srcOrd="0" destOrd="0" presId="urn:microsoft.com/office/officeart/2018/2/layout/IconCircleList"/>
    <dgm:cxn modelId="{0E97D37F-ED16-403D-9ABA-E0483B7241FA}" type="presOf" srcId="{F07B6B1E-5210-4DA4-A644-6A314A1A1918}" destId="{0F16D09B-7330-4A20-B008-637269DA6590}" srcOrd="0" destOrd="0" presId="urn:microsoft.com/office/officeart/2018/2/layout/IconCircleList"/>
    <dgm:cxn modelId="{420C1693-0BD3-4DAB-9777-11137D48C61C}" type="presOf" srcId="{51C5B880-F688-4765-8301-967F6F5CF81B}" destId="{D5EF9653-D345-49DF-8141-E108592FCFF4}" srcOrd="0" destOrd="0" presId="urn:microsoft.com/office/officeart/2018/2/layout/IconCircleList"/>
    <dgm:cxn modelId="{FDA238A5-38DF-46ED-80E9-2DDE5D4BFEF7}" type="presOf" srcId="{D0428080-26C8-4055-A289-E09131408930}" destId="{F0C13849-C06B-4CC9-BECE-CB373618147B}" srcOrd="0" destOrd="0" presId="urn:microsoft.com/office/officeart/2018/2/layout/IconCircleList"/>
    <dgm:cxn modelId="{D40137D7-F696-4065-977E-89AE1B5863A0}" srcId="{51C5B880-F688-4765-8301-967F6F5CF81B}" destId="{F07B6B1E-5210-4DA4-A644-6A314A1A1918}" srcOrd="1" destOrd="0" parTransId="{4820D898-94A5-4A2F-A434-8326F43EBD8B}" sibTransId="{EDF637FE-A34B-4889-A35B-50D95587043D}"/>
    <dgm:cxn modelId="{9B283CD1-30B3-4BEB-81A9-61785A2B5DDF}" type="presParOf" srcId="{D5EF9653-D345-49DF-8141-E108592FCFF4}" destId="{FCF67551-7A24-40D4-A1D7-FDAC933AE188}" srcOrd="0" destOrd="0" presId="urn:microsoft.com/office/officeart/2018/2/layout/IconCircleList"/>
    <dgm:cxn modelId="{C36A0BED-894A-4478-8D45-ACBA8DC044DA}" type="presParOf" srcId="{FCF67551-7A24-40D4-A1D7-FDAC933AE188}" destId="{60073302-03C9-4D70-9A3B-60C0EC325916}" srcOrd="0" destOrd="0" presId="urn:microsoft.com/office/officeart/2018/2/layout/IconCircleList"/>
    <dgm:cxn modelId="{9C370447-07C1-4034-8DC4-F35E2EE4AAD7}" type="presParOf" srcId="{60073302-03C9-4D70-9A3B-60C0EC325916}" destId="{5E345AF3-BD13-491F-A7D7-DFDC01AFA5F0}" srcOrd="0" destOrd="0" presId="urn:microsoft.com/office/officeart/2018/2/layout/IconCircleList"/>
    <dgm:cxn modelId="{AACE1D00-19D2-4AC5-BCE0-CAF37CFA3A36}" type="presParOf" srcId="{60073302-03C9-4D70-9A3B-60C0EC325916}" destId="{30CD13F6-DEDF-4A0B-BDAE-62861A1E23D1}" srcOrd="1" destOrd="0" presId="urn:microsoft.com/office/officeart/2018/2/layout/IconCircleList"/>
    <dgm:cxn modelId="{355C0CB1-724F-45E0-BD5B-12134577AE4D}" type="presParOf" srcId="{60073302-03C9-4D70-9A3B-60C0EC325916}" destId="{5B5239BD-0FB6-4DF0-9771-373F29C4C444}" srcOrd="2" destOrd="0" presId="urn:microsoft.com/office/officeart/2018/2/layout/IconCircleList"/>
    <dgm:cxn modelId="{2EF62F7D-58AE-42AB-8B3D-8BA68E44A98D}" type="presParOf" srcId="{60073302-03C9-4D70-9A3B-60C0EC325916}" destId="{AD6D4FD7-C5D4-4FE2-A6E3-231032AFBD1E}" srcOrd="3" destOrd="0" presId="urn:microsoft.com/office/officeart/2018/2/layout/IconCircleList"/>
    <dgm:cxn modelId="{15223E2D-D8ED-44FD-AA99-A176CA78D5AF}" type="presParOf" srcId="{FCF67551-7A24-40D4-A1D7-FDAC933AE188}" destId="{F0C13849-C06B-4CC9-BECE-CB373618147B}" srcOrd="1" destOrd="0" presId="urn:microsoft.com/office/officeart/2018/2/layout/IconCircleList"/>
    <dgm:cxn modelId="{5C482671-096E-4331-BBF5-63AF09751121}" type="presParOf" srcId="{FCF67551-7A24-40D4-A1D7-FDAC933AE188}" destId="{BE5D06A2-1FF3-48E2-941E-451147185405}" srcOrd="2" destOrd="0" presId="urn:microsoft.com/office/officeart/2018/2/layout/IconCircleList"/>
    <dgm:cxn modelId="{8268C94D-6C89-4650-93EF-8429124AC09E}" type="presParOf" srcId="{BE5D06A2-1FF3-48E2-941E-451147185405}" destId="{4F9F5E84-A4C5-45EF-8322-6CC05E26DFC4}" srcOrd="0" destOrd="0" presId="urn:microsoft.com/office/officeart/2018/2/layout/IconCircleList"/>
    <dgm:cxn modelId="{B16F60DE-9F1D-4D3D-87E0-D814BFBD7A1D}" type="presParOf" srcId="{BE5D06A2-1FF3-48E2-941E-451147185405}" destId="{5A3AB3F9-F5E4-48A8-9292-8931677830DD}" srcOrd="1" destOrd="0" presId="urn:microsoft.com/office/officeart/2018/2/layout/IconCircleList"/>
    <dgm:cxn modelId="{B377F1F2-D96F-46F5-93BF-724BF2AE0D92}" type="presParOf" srcId="{BE5D06A2-1FF3-48E2-941E-451147185405}" destId="{5108F361-6671-44B9-8848-FD50DA734CE9}" srcOrd="2" destOrd="0" presId="urn:microsoft.com/office/officeart/2018/2/layout/IconCircleList"/>
    <dgm:cxn modelId="{F3F8BAC1-BEC4-4B2B-9531-EA4A29C5FD2A}" type="presParOf" srcId="{BE5D06A2-1FF3-48E2-941E-451147185405}" destId="{0F16D09B-7330-4A20-B008-637269DA659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625FD-DD53-4747-81F3-290DA194994F}">
      <dsp:nvSpPr>
        <dsp:cNvPr id="0" name=""/>
        <dsp:cNvSpPr/>
      </dsp:nvSpPr>
      <dsp:spPr>
        <a:xfrm>
          <a:off x="1741630" y="0"/>
          <a:ext cx="1509048" cy="1436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C78DD-D913-405E-8FDF-DE7CB754E6EE}">
      <dsp:nvSpPr>
        <dsp:cNvPr id="0" name=""/>
        <dsp:cNvSpPr/>
      </dsp:nvSpPr>
      <dsp:spPr>
        <a:xfrm>
          <a:off x="340371" y="1612847"/>
          <a:ext cx="4311566" cy="71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Easy to learn and widely used in various fields </a:t>
          </a:r>
          <a:r>
            <a:rPr lang="en-US" sz="2400" kern="1200" dirty="0" err="1"/>
            <a:t>su</a:t>
          </a:r>
          <a:r>
            <a:rPr lang="en-NL" sz="2400" kern="1200" dirty="0"/>
            <a:t>c</a:t>
          </a:r>
          <a:r>
            <a:rPr lang="en-US" sz="2400" kern="1200" dirty="0"/>
            <a:t>h as:</a:t>
          </a:r>
        </a:p>
      </dsp:txBody>
      <dsp:txXfrm>
        <a:off x="340371" y="1612847"/>
        <a:ext cx="4311566" cy="712386"/>
      </dsp:txXfrm>
    </dsp:sp>
    <dsp:sp modelId="{01E6FDE7-BA66-44FE-972F-2E32DCC58426}">
      <dsp:nvSpPr>
        <dsp:cNvPr id="0" name=""/>
        <dsp:cNvSpPr/>
      </dsp:nvSpPr>
      <dsp:spPr>
        <a:xfrm>
          <a:off x="340371" y="2407393"/>
          <a:ext cx="4311566" cy="191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Science</a:t>
          </a:r>
          <a:r>
            <a:rPr lang="en-NL" sz="2000" kern="1200" dirty="0"/>
            <a:t> &amp; Statistics</a:t>
          </a:r>
          <a:endParaRPr lang="en-US" sz="2000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Web Development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Automation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Machine Learning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Game Development</a:t>
          </a:r>
        </a:p>
      </dsp:txBody>
      <dsp:txXfrm>
        <a:off x="340371" y="2407393"/>
        <a:ext cx="4311566" cy="1913146"/>
      </dsp:txXfrm>
    </dsp:sp>
    <dsp:sp modelId="{51391541-3F0C-44A5-9902-436173026659}">
      <dsp:nvSpPr>
        <dsp:cNvPr id="0" name=""/>
        <dsp:cNvSpPr/>
      </dsp:nvSpPr>
      <dsp:spPr>
        <a:xfrm>
          <a:off x="6807721" y="0"/>
          <a:ext cx="1509048" cy="1436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B70B9-2920-4561-9FA5-88D352D4A078}">
      <dsp:nvSpPr>
        <dsp:cNvPr id="0" name=""/>
        <dsp:cNvSpPr/>
      </dsp:nvSpPr>
      <dsp:spPr>
        <a:xfrm>
          <a:off x="5406462" y="1612847"/>
          <a:ext cx="4311566" cy="71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High demand in the job market.</a:t>
          </a:r>
        </a:p>
      </dsp:txBody>
      <dsp:txXfrm>
        <a:off x="5406462" y="1612847"/>
        <a:ext cx="4311566" cy="712386"/>
      </dsp:txXfrm>
    </dsp:sp>
    <dsp:sp modelId="{77DBCF03-20BE-43F1-ADAE-79233FA47159}">
      <dsp:nvSpPr>
        <dsp:cNvPr id="0" name=""/>
        <dsp:cNvSpPr/>
      </dsp:nvSpPr>
      <dsp:spPr>
        <a:xfrm>
          <a:off x="5406462" y="2407393"/>
          <a:ext cx="4311566" cy="191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000" kern="1200" dirty="0"/>
            <a:t>Data Analysts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000" kern="1200" dirty="0"/>
            <a:t>Software engineers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000" kern="1200" dirty="0"/>
            <a:t>Robotics, IoT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000" kern="1200" dirty="0"/>
            <a:t>Bioinformatics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000" kern="1200" dirty="0"/>
            <a:t>Finance</a:t>
          </a:r>
          <a:endParaRPr lang="en-US" sz="2000" kern="1200" dirty="0"/>
        </a:p>
      </dsp:txBody>
      <dsp:txXfrm>
        <a:off x="5406462" y="2407393"/>
        <a:ext cx="4311566" cy="1913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84EC4-DC60-4830-8C74-2841812A7218}">
      <dsp:nvSpPr>
        <dsp:cNvPr id="0" name=""/>
        <dsp:cNvSpPr/>
      </dsp:nvSpPr>
      <dsp:spPr>
        <a:xfrm>
          <a:off x="623374" y="7901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7DCA8-A14F-484D-98E1-2DF7E814B410}">
      <dsp:nvSpPr>
        <dsp:cNvPr id="0" name=""/>
        <dsp:cNvSpPr/>
      </dsp:nvSpPr>
      <dsp:spPr>
        <a:xfrm>
          <a:off x="1025561" y="48120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D247D-886C-40E6-BCFA-1B1D2AF507D6}">
      <dsp:nvSpPr>
        <dsp:cNvPr id="0" name=""/>
        <dsp:cNvSpPr/>
      </dsp:nvSpPr>
      <dsp:spPr>
        <a:xfrm>
          <a:off x="20093" y="2554019"/>
          <a:ext cx="3093750" cy="16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0" i="0" kern="1200" baseline="0" dirty="0"/>
            <a:t>Understand Python syntax and structure.</a:t>
          </a:r>
          <a:endParaRPr lang="en-US" sz="2400" kern="1200" dirty="0"/>
        </a:p>
      </dsp:txBody>
      <dsp:txXfrm>
        <a:off x="20093" y="2554019"/>
        <a:ext cx="3093750" cy="1687500"/>
      </dsp:txXfrm>
    </dsp:sp>
    <dsp:sp modelId="{22242029-3265-4D9F-A143-451E37480133}">
      <dsp:nvSpPr>
        <dsp:cNvPr id="0" name=""/>
        <dsp:cNvSpPr/>
      </dsp:nvSpPr>
      <dsp:spPr>
        <a:xfrm>
          <a:off x="4258530" y="7901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F5C7C-FC91-425F-97AA-75A23CDE8F76}">
      <dsp:nvSpPr>
        <dsp:cNvPr id="0" name=""/>
        <dsp:cNvSpPr/>
      </dsp:nvSpPr>
      <dsp:spPr>
        <a:xfrm>
          <a:off x="4660718" y="48120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A5506-CEF8-4681-8576-66F4EEC20605}">
      <dsp:nvSpPr>
        <dsp:cNvPr id="0" name=""/>
        <dsp:cNvSpPr/>
      </dsp:nvSpPr>
      <dsp:spPr>
        <a:xfrm>
          <a:off x="3655249" y="2554019"/>
          <a:ext cx="3093750" cy="16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0" i="0" kern="1200" baseline="0" dirty="0"/>
            <a:t>Learn core programming concepts like variables, loops, and functions.</a:t>
          </a:r>
          <a:endParaRPr lang="en-US" sz="2400" kern="1200" dirty="0"/>
        </a:p>
      </dsp:txBody>
      <dsp:txXfrm>
        <a:off x="3655249" y="2554019"/>
        <a:ext cx="3093750" cy="1687500"/>
      </dsp:txXfrm>
    </dsp:sp>
    <dsp:sp modelId="{CC3B0152-8DD5-4D04-BD0B-044DDF2FD6CF}">
      <dsp:nvSpPr>
        <dsp:cNvPr id="0" name=""/>
        <dsp:cNvSpPr/>
      </dsp:nvSpPr>
      <dsp:spPr>
        <a:xfrm>
          <a:off x="7893687" y="7901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3A2A7-ED1B-4DAA-BAA8-A97B6F0FAF65}">
      <dsp:nvSpPr>
        <dsp:cNvPr id="0" name=""/>
        <dsp:cNvSpPr/>
      </dsp:nvSpPr>
      <dsp:spPr>
        <a:xfrm>
          <a:off x="8295874" y="48120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6EE4D-0466-4DE0-84FD-055AB5407A8B}">
      <dsp:nvSpPr>
        <dsp:cNvPr id="0" name=""/>
        <dsp:cNvSpPr/>
      </dsp:nvSpPr>
      <dsp:spPr>
        <a:xfrm>
          <a:off x="7290405" y="2554019"/>
          <a:ext cx="3093750" cy="16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0" i="0" kern="1200" baseline="0" dirty="0"/>
            <a:t>Explore real-world applications of Python. </a:t>
          </a:r>
          <a:endParaRPr lang="en-US" sz="2400" kern="1200" dirty="0"/>
        </a:p>
      </dsp:txBody>
      <dsp:txXfrm>
        <a:off x="7290405" y="2554019"/>
        <a:ext cx="3093750" cy="168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C7462-5EC1-4606-8637-E2A2F217F281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4FDE1-E4D0-4FF9-8E97-8C38055B98A2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Beginners with no prior programming experience.</a:t>
          </a:r>
          <a:endParaRPr lang="en-US" sz="2600" kern="1200"/>
        </a:p>
      </dsp:txBody>
      <dsp:txXfrm>
        <a:off x="366939" y="1196774"/>
        <a:ext cx="2723696" cy="1691139"/>
      </dsp:txXfrm>
    </dsp:sp>
    <dsp:sp modelId="{E6EC7F3D-8534-4D2A-8105-AF3D4DA4507B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4818E-B6A3-43BA-9EBF-A58376AA2D48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Professionals looking to learn Python for career advancement.</a:t>
          </a:r>
          <a:endParaRPr lang="en-US" sz="2600" kern="1200"/>
        </a:p>
      </dsp:txBody>
      <dsp:txXfrm>
        <a:off x="3824513" y="1196774"/>
        <a:ext cx="2723696" cy="1691139"/>
      </dsp:txXfrm>
    </dsp:sp>
    <dsp:sp modelId="{573A4AF5-4F54-42A5-878F-4B1806D6E93D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0B66D-B376-41F2-AAD1-3A36051D3B4D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Students interested in computer science and programming. </a:t>
          </a:r>
          <a:endParaRPr lang="en-US" sz="2600" kern="1200"/>
        </a:p>
      </dsp:txBody>
      <dsp:txXfrm>
        <a:off x="7282089" y="1196774"/>
        <a:ext cx="2723696" cy="16911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BE0FA6-ED9E-4555-B00B-4062722CE015}">
      <dsp:nvSpPr>
        <dsp:cNvPr id="0" name=""/>
        <dsp:cNvSpPr/>
      </dsp:nvSpPr>
      <dsp:spPr>
        <a:xfrm>
          <a:off x="1117500" y="369625"/>
          <a:ext cx="1585361" cy="1796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82279-00EC-4B9C-A0F5-DA31778B44A9}">
      <dsp:nvSpPr>
        <dsp:cNvPr id="0" name=""/>
        <dsp:cNvSpPr/>
      </dsp:nvSpPr>
      <dsp:spPr>
        <a:xfrm>
          <a:off x="457051" y="2351233"/>
          <a:ext cx="2906258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Interactive lectures with live coding examples.</a:t>
          </a:r>
          <a:endParaRPr lang="en-US" sz="2400" kern="1200" dirty="0"/>
        </a:p>
      </dsp:txBody>
      <dsp:txXfrm>
        <a:off x="457051" y="2351233"/>
        <a:ext cx="2906258" cy="1125000"/>
      </dsp:txXfrm>
    </dsp:sp>
    <dsp:sp modelId="{0425AA45-E7DE-4368-A110-D538CF9C163E}">
      <dsp:nvSpPr>
        <dsp:cNvPr id="0" name=""/>
        <dsp:cNvSpPr/>
      </dsp:nvSpPr>
      <dsp:spPr>
        <a:xfrm>
          <a:off x="4464419" y="369625"/>
          <a:ext cx="1721230" cy="1796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EEE91-7682-4098-B60D-3C21AC354AB0}">
      <dsp:nvSpPr>
        <dsp:cNvPr id="0" name=""/>
        <dsp:cNvSpPr/>
      </dsp:nvSpPr>
      <dsp:spPr>
        <a:xfrm>
          <a:off x="3871905" y="2351233"/>
          <a:ext cx="2906258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Hands-on exercises and assignments.</a:t>
          </a:r>
          <a:endParaRPr lang="en-US" sz="2400" kern="1200" dirty="0"/>
        </a:p>
      </dsp:txBody>
      <dsp:txXfrm>
        <a:off x="3871905" y="2351233"/>
        <a:ext cx="2906258" cy="1125000"/>
      </dsp:txXfrm>
    </dsp:sp>
    <dsp:sp modelId="{B02B6969-9555-4C8C-9187-136BD4A146EF}">
      <dsp:nvSpPr>
        <dsp:cNvPr id="0" name=""/>
        <dsp:cNvSpPr/>
      </dsp:nvSpPr>
      <dsp:spPr>
        <a:xfrm>
          <a:off x="7824790" y="346048"/>
          <a:ext cx="1830197" cy="1890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421FC-A0E0-40CC-8F89-6C09CAFC0237}">
      <dsp:nvSpPr>
        <dsp:cNvPr id="0" name=""/>
        <dsp:cNvSpPr/>
      </dsp:nvSpPr>
      <dsp:spPr>
        <a:xfrm>
          <a:off x="7286759" y="2374810"/>
          <a:ext cx="2906258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Quizzes to test your knowledge. </a:t>
          </a:r>
          <a:endParaRPr lang="en-US" sz="2400" kern="1200" dirty="0"/>
        </a:p>
      </dsp:txBody>
      <dsp:txXfrm>
        <a:off x="7286759" y="2374810"/>
        <a:ext cx="2906258" cy="1125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45AF3-BD13-491F-A7D7-DFDC01AFA5F0}">
      <dsp:nvSpPr>
        <dsp:cNvPr id="0" name=""/>
        <dsp:cNvSpPr/>
      </dsp:nvSpPr>
      <dsp:spPr>
        <a:xfrm>
          <a:off x="134825" y="1363725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D13F6-DEDF-4A0B-BDAE-62861A1E23D1}">
      <dsp:nvSpPr>
        <dsp:cNvPr id="0" name=""/>
        <dsp:cNvSpPr/>
      </dsp:nvSpPr>
      <dsp:spPr>
        <a:xfrm>
          <a:off x="406966" y="1635866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D4FD7-C5D4-4FE2-A6E3-231032AFBD1E}">
      <dsp:nvSpPr>
        <dsp:cNvPr id="0" name=""/>
        <dsp:cNvSpPr/>
      </dsp:nvSpPr>
      <dsp:spPr>
        <a:xfrm>
          <a:off x="1708430" y="1363725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200" kern="1200" dirty="0"/>
            <a:t>Panagiotis Herodotou</a:t>
          </a:r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200" kern="1200" dirty="0"/>
            <a:t>Special Scientist</a:t>
          </a:r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200" kern="1200"/>
            <a:t>PhD Student MME</a:t>
          </a:r>
          <a:endParaRPr lang="en-US" sz="2200" kern="1200" dirty="0"/>
        </a:p>
      </dsp:txBody>
      <dsp:txXfrm>
        <a:off x="1708430" y="1363725"/>
        <a:ext cx="3054644" cy="1295909"/>
      </dsp:txXfrm>
    </dsp:sp>
    <dsp:sp modelId="{4F9F5E84-A4C5-45EF-8322-6CC05E26DFC4}">
      <dsp:nvSpPr>
        <dsp:cNvPr id="0" name=""/>
        <dsp:cNvSpPr/>
      </dsp:nvSpPr>
      <dsp:spPr>
        <a:xfrm>
          <a:off x="5295324" y="1363725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AB3F9-F5E4-48A8-9292-8931677830DD}">
      <dsp:nvSpPr>
        <dsp:cNvPr id="0" name=""/>
        <dsp:cNvSpPr/>
      </dsp:nvSpPr>
      <dsp:spPr>
        <a:xfrm>
          <a:off x="5567465" y="1635866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6D09B-7330-4A20-B008-637269DA6590}">
      <dsp:nvSpPr>
        <dsp:cNvPr id="0" name=""/>
        <dsp:cNvSpPr/>
      </dsp:nvSpPr>
      <dsp:spPr>
        <a:xfrm>
          <a:off x="6868929" y="1363725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200" kern="1200" dirty="0">
              <a:hlinkClick xmlns:r="http://schemas.openxmlformats.org/officeDocument/2006/relationships" r:id="rId5"/>
            </a:rPr>
            <a:t>pherod01@ucy.ac.cy</a:t>
          </a:r>
          <a:endParaRPr lang="en-NL" sz="2200" kern="1200" dirty="0"/>
        </a:p>
      </dsp:txBody>
      <dsp:txXfrm>
        <a:off x="6868929" y="1363725"/>
        <a:ext cx="3054644" cy="1295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627C9-3377-46AA-85C7-0705B2D5C399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2ADCC-CC4C-4F8B-92E0-EAB9697F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6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Hello everyone and welcome to this introductory course. </a:t>
            </a:r>
            <a:br>
              <a:rPr lang="en-NL" dirty="0"/>
            </a:br>
            <a:r>
              <a:rPr lang="en-US" dirty="0"/>
              <a:t>In this course, you'll learn the fundamentals of Python, one of the most versatile and beginner-friendly programming languages.</a:t>
            </a:r>
            <a:br>
              <a:rPr lang="en-NL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21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Python is one of the most popular programming languages ​​used today in areas such as</a:t>
            </a:r>
            <a:endParaRPr lang="en-NL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 data analysis, web development, automation, and more. </a:t>
            </a:r>
            <a:endParaRPr lang="en-NL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Python's simple and easy-to-use syntax makes it an ideal choice for both beginners and experienced programmers. </a:t>
            </a:r>
            <a:endParaRPr lang="en-NL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82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This crash course aims to teach the basics of Python, helping you solve problems and write clean, efficient code.</a:t>
            </a:r>
            <a:endParaRPr lang="en-NL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sz="1200" dirty="0"/>
              <a:t>You will learn programming syntax and concepts like variables, loops, functions etc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2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This course is for absolute beginners, perhaps never coded before. </a:t>
            </a:r>
          </a:p>
          <a:p>
            <a:r>
              <a:rPr lang="en-NL" dirty="0"/>
              <a:t>Any engineering student will benefit from this, as we use python everywhere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34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The lectures will be interactive, meaning you can code with me, and I will add small tests for you and some assignments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9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6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is based on this course in Udemy, but I modified it to fit in the 6 hours, filtering the most important stuff and I also added examples.</a:t>
            </a:r>
          </a:p>
          <a:p>
            <a:r>
              <a:rPr lang="en-US" dirty="0"/>
              <a:t>You can try the full 22 hour course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ADCC-CC4C-4F8B-92E0-EAB9697F3B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9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V="1">
            <a:off x="0" y="6303078"/>
            <a:ext cx="12188825" cy="5549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ucy logo colour.jpg">
            <a:extLst>
              <a:ext uri="{FF2B5EF4-FFF2-40B4-BE49-F238E27FC236}">
                <a16:creationId xmlns:a16="http://schemas.microsoft.com/office/drawing/2014/main" id="{9B21A8B7-B241-CA4E-626A-AECB780D6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46787" y="6099048"/>
            <a:ext cx="2445214" cy="761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39D0B5-0C61-B8C9-DC72-482F5DD699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927" y="6105052"/>
            <a:ext cx="2371990" cy="7615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736D-A165-5DD7-0582-23A47A87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46F02-A078-2691-7885-F00EA5CB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0B703-F557-E2B6-1DDC-7C185172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63F8A-7CA5-F8FD-8B4D-8470FABB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9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6EBE6A-9680-31A7-8A61-EFDBA5DEBB07}"/>
              </a:ext>
            </a:extLst>
          </p:cNvPr>
          <p:cNvSpPr/>
          <p:nvPr userDrawn="1"/>
        </p:nvSpPr>
        <p:spPr>
          <a:xfrm>
            <a:off x="11658600" y="0"/>
            <a:ext cx="533400" cy="6858000"/>
          </a:xfrm>
          <a:prstGeom prst="rect">
            <a:avLst/>
          </a:prstGeom>
          <a:solidFill>
            <a:schemeClr val="accent2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5236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ucy logo colour.jpg">
            <a:extLst>
              <a:ext uri="{FF2B5EF4-FFF2-40B4-BE49-F238E27FC236}">
                <a16:creationId xmlns:a16="http://schemas.microsoft.com/office/drawing/2014/main" id="{4BB3DC53-5792-C05C-6457-23B990B86A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9820011" y="6121859"/>
            <a:ext cx="2371990" cy="7389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E6EC6D-2FCF-2CDB-32AE-51AB3C42041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6927" y="6105052"/>
            <a:ext cx="2371990" cy="7615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H2EJuAcrZYU" TargetMode="External"/><Relationship Id="rId3" Type="http://schemas.openxmlformats.org/officeDocument/2006/relationships/hyperlink" Target="https://docs.python.org/3/" TargetMode="External"/><Relationship Id="rId7" Type="http://schemas.openxmlformats.org/officeDocument/2006/relationships/hyperlink" Target="https://www.youtube.com/watch?v=_uQrJ0TkZl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udemy.com/course/complete-python-bootcamp/?couponCode=ACCAGE0923" TargetMode="External"/><Relationship Id="rId5" Type="http://schemas.openxmlformats.org/officeDocument/2006/relationships/hyperlink" Target="https://www.codecademy.com/catalog/language/python" TargetMode="External"/><Relationship Id="rId4" Type="http://schemas.openxmlformats.org/officeDocument/2006/relationships/hyperlink" Target="https://docs.anaconda.com/" TargetMode="External"/><Relationship Id="rId9" Type="http://schemas.openxmlformats.org/officeDocument/2006/relationships/hyperlink" Target="https://chatgpt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8B330648-BE73-41A0-9F64-E5B1075E2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74C63-85F2-6C86-8078-D4AEFE9C1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9313" y="639181"/>
            <a:ext cx="6253317" cy="3686015"/>
          </a:xfrm>
        </p:spPr>
        <p:txBody>
          <a:bodyPr>
            <a:normAutofit/>
          </a:bodyPr>
          <a:lstStyle/>
          <a:p>
            <a:r>
              <a:rPr lang="en-NL" dirty="0"/>
              <a:t>Introduction to python </a:t>
            </a:r>
            <a:br>
              <a:rPr lang="en-NL" dirty="0"/>
            </a:br>
            <a:r>
              <a:rPr lang="en-NL" dirty="0"/>
              <a:t>February 2025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1EA02-EF7E-DB99-E8F8-C9956E8E8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NL">
                <a:solidFill>
                  <a:schemeClr val="tx1">
                    <a:lumMod val="85000"/>
                    <a:lumOff val="15000"/>
                  </a:schemeClr>
                </a:solidFill>
              </a:rPr>
              <a:t>By panagiotis herodotou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8" name="Picture 4" descr="Python - Download free icons">
            <a:extLst>
              <a:ext uri="{FF2B5EF4-FFF2-40B4-BE49-F238E27FC236}">
                <a16:creationId xmlns:a16="http://schemas.microsoft.com/office/drawing/2014/main" id="{90391A5C-9178-31D3-9772-86C1C304E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192" y="287062"/>
            <a:ext cx="2466005" cy="246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Jupyter?">
            <a:extLst>
              <a:ext uri="{FF2B5EF4-FFF2-40B4-BE49-F238E27FC236}">
                <a16:creationId xmlns:a16="http://schemas.microsoft.com/office/drawing/2014/main" id="{5F7BCB09-9787-E1FF-E45E-E080E6E057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2" r="24664"/>
          <a:stretch/>
        </p:blipFill>
        <p:spPr bwMode="auto">
          <a:xfrm>
            <a:off x="2986446" y="1904828"/>
            <a:ext cx="1915358" cy="225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6DAFB303-4B24-485A-B806-C147A2363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2C3C01D-C868-4B78-9A8F-417BF50A4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8345B934-7CE4-4DA7-A0CB-2A2DF8818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32" name="Picture 8" descr="Anaconda Logo PNG Vectors Free Download">
            <a:extLst>
              <a:ext uri="{FF2B5EF4-FFF2-40B4-BE49-F238E27FC236}">
                <a16:creationId xmlns:a16="http://schemas.microsoft.com/office/drawing/2014/main" id="{38897847-1541-CFA8-CE39-55980D090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92" y="3824164"/>
            <a:ext cx="28575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274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44EA-ABEB-D9D1-B99D-F9F1686F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Why Learn Python?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E977394-0CF1-0933-57BF-963EB14D8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001804"/>
              </p:ext>
            </p:extLst>
          </p:nvPr>
        </p:nvGraphicFramePr>
        <p:xfrm>
          <a:off x="1096963" y="1737360"/>
          <a:ext cx="10058400" cy="4320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654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F323-D649-250D-0357-CC2F76D8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Course Objectives:</a:t>
            </a:r>
            <a:endParaRPr lang="en-US" dirty="0"/>
          </a:p>
        </p:txBody>
      </p:sp>
      <p:graphicFrame>
        <p:nvGraphicFramePr>
          <p:cNvPr id="12" name="Rectangle 3">
            <a:extLst>
              <a:ext uri="{FF2B5EF4-FFF2-40B4-BE49-F238E27FC236}">
                <a16:creationId xmlns:a16="http://schemas.microsoft.com/office/drawing/2014/main" id="{A22986E1-88D7-1DA7-601A-6547C403D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3746421"/>
              </p:ext>
            </p:extLst>
          </p:nvPr>
        </p:nvGraphicFramePr>
        <p:xfrm>
          <a:off x="751114" y="1737360"/>
          <a:ext cx="10404249" cy="4320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773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0C38-C585-48CF-9E1C-F06FB2D6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Who is This Course For?</a:t>
            </a:r>
            <a:endParaRPr lang="en-US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6E52166C-0F2E-12BE-7DE4-21B203DED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18060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003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3E82-87CD-1D5E-2643-551301F8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the Course:</a:t>
            </a:r>
            <a:endParaRPr lang="en-US" dirty="0"/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37FD7D38-58B5-47AA-B3C2-4353F7F54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4560572"/>
              </p:ext>
            </p:extLst>
          </p:nvPr>
        </p:nvGraphicFramePr>
        <p:xfrm>
          <a:off x="779930" y="1855694"/>
          <a:ext cx="10650070" cy="3845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679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94C77-37CE-AAF7-17CF-C977C14BE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NL" dirty="0"/>
              <a:t>Course Curriculum Overview</a:t>
            </a:r>
            <a:endParaRPr lang="en-US" dirty="0"/>
          </a:p>
        </p:txBody>
      </p:sp>
      <p:pic>
        <p:nvPicPr>
          <p:cNvPr id="2052" name="Picture 4" descr="How to Create an Online Course Curriculum">
            <a:extLst>
              <a:ext uri="{FF2B5EF4-FFF2-40B4-BE49-F238E27FC236}">
                <a16:creationId xmlns:a16="http://schemas.microsoft.com/office/drawing/2014/main" id="{E93F29B7-AFE4-4DA3-C3BA-4FBBFE7BA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6" r="-1" b="11093"/>
          <a:stretch/>
        </p:blipFill>
        <p:spPr bwMode="auto">
          <a:xfrm>
            <a:off x="633999" y="581098"/>
            <a:ext cx="4020297" cy="247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w to Create a Well-Structured eLearning Course Curriculum | Tutor LMS">
            <a:extLst>
              <a:ext uri="{FF2B5EF4-FFF2-40B4-BE49-F238E27FC236}">
                <a16:creationId xmlns:a16="http://schemas.microsoft.com/office/drawing/2014/main" id="{FBA2D4AC-EBF5-5719-4013-4648BDAB1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4" r="-5" b="-5"/>
          <a:stretch/>
        </p:blipFill>
        <p:spPr bwMode="auto">
          <a:xfrm>
            <a:off x="633999" y="3218101"/>
            <a:ext cx="4020296" cy="247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9251D-C759-DDC4-B939-2B20A430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546578" cy="392756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i="0" dirty="0">
                <a:effectLst/>
                <a:highlight>
                  <a:srgbClr val="FFFFFF"/>
                </a:highlight>
                <a:latin typeface="Söhne"/>
              </a:rPr>
              <a:t>Python Setup: Installation, environment, Notebooks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i="0" dirty="0">
                <a:effectLst/>
                <a:highlight>
                  <a:srgbClr val="FFFFFF"/>
                </a:highlight>
                <a:latin typeface="Söhne"/>
              </a:rPr>
              <a:t>O</a:t>
            </a:r>
            <a:r>
              <a:rPr lang="en-NL" i="0" dirty="0" err="1">
                <a:effectLst/>
                <a:highlight>
                  <a:srgbClr val="FFFFFF"/>
                </a:highlight>
                <a:latin typeface="Söhne"/>
              </a:rPr>
              <a:t>bject</a:t>
            </a:r>
            <a:r>
              <a:rPr lang="en-NL" i="0" dirty="0">
                <a:effectLst/>
                <a:highlight>
                  <a:srgbClr val="FFFFFF"/>
                </a:highlight>
                <a:latin typeface="Söhne"/>
              </a:rPr>
              <a:t> and Data Structure Basics</a:t>
            </a:r>
            <a:endParaRPr lang="en-NL" i="0" dirty="0">
              <a:effectLst/>
              <a:highlight>
                <a:srgbClr val="FFFFFF"/>
              </a:highlight>
              <a:latin typeface="Söhne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dirty="0">
                <a:highlight>
                  <a:srgbClr val="FFFFFF"/>
                </a:highlight>
                <a:latin typeface="Söhne"/>
                <a:sym typeface="Wingdings" panose="05000000000000000000" pitchFamily="2" charset="2"/>
              </a:rPr>
              <a:t>Comparison Operators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i="0" dirty="0">
                <a:effectLst/>
                <a:highlight>
                  <a:srgbClr val="FFFFFF"/>
                </a:highlight>
                <a:latin typeface="Söhne"/>
                <a:sym typeface="Wingdings" panose="05000000000000000000" pitchFamily="2" charset="2"/>
              </a:rPr>
              <a:t>Python Statements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b="0" i="0" dirty="0">
                <a:effectLst/>
                <a:highlight>
                  <a:srgbClr val="FFFFFF"/>
                </a:highlight>
                <a:latin typeface="Söhne"/>
              </a:rPr>
              <a:t>Methods and functions</a:t>
            </a:r>
            <a:endParaRPr lang="en-US" b="0" i="0" dirty="0">
              <a:effectLst/>
              <a:highlight>
                <a:srgbClr val="FFFFFF"/>
              </a:highlight>
              <a:latin typeface="Söhne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b="0" i="0" dirty="0">
                <a:effectLst/>
                <a:highlight>
                  <a:srgbClr val="FFFFFF"/>
                </a:highlight>
                <a:latin typeface="Söhne"/>
              </a:rPr>
              <a:t>Modules and Packages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b="0" i="0" dirty="0">
                <a:effectLst/>
                <a:highlight>
                  <a:srgbClr val="FFFFFF"/>
                </a:highlight>
                <a:latin typeface="Söhne"/>
              </a:rPr>
              <a:t>Object-oriented Programming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dirty="0">
                <a:highlight>
                  <a:srgbClr val="FFFFFF"/>
                </a:highlight>
                <a:latin typeface="Söhne"/>
              </a:rPr>
              <a:t>Errors and Exception Handing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NL" b="0" i="0" dirty="0">
                <a:effectLst/>
                <a:highlight>
                  <a:srgbClr val="FFFFFF"/>
                </a:highlight>
                <a:latin typeface="Söhne"/>
              </a:rPr>
              <a:t>Built-in Functions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0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050A-2FB6-B2B6-36C5-D4B5C565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C0E43-171E-C20E-467A-59B5B47D4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NL" b="1" i="0" dirty="0">
                <a:solidFill>
                  <a:srgbClr val="000000"/>
                </a:solidFill>
                <a:effectLst/>
                <a:latin typeface="-apple-system"/>
              </a:rPr>
              <a:t>Documentation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0" dirty="0">
                <a:solidFill>
                  <a:srgbClr val="000000"/>
                </a:solidFill>
                <a:effectLst/>
                <a:latin typeface="-apple-system"/>
              </a:rPr>
              <a:t>Python 3.13.1 documentation</a:t>
            </a:r>
            <a:r>
              <a:rPr lang="en-NL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NL" dirty="0">
                <a:hlinkClick r:id="rId3"/>
              </a:rPr>
              <a:t>https://docs.python.org/3/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Anaconda documentation, </a:t>
            </a:r>
            <a:r>
              <a:rPr lang="en-NL" dirty="0">
                <a:hlinkClick r:id="rId4"/>
              </a:rPr>
              <a:t>https://docs.anaconda.com/</a:t>
            </a:r>
            <a:endParaRPr lang="en-NL" dirty="0"/>
          </a:p>
          <a:p>
            <a:pPr marL="0" indent="0">
              <a:buNone/>
            </a:pPr>
            <a:r>
              <a:rPr lang="en-NL" b="1" dirty="0"/>
              <a:t>Online Courses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dirty="0">
                <a:hlinkClick r:id="rId5"/>
              </a:rPr>
              <a:t>https://www.codecademy.com/catalog/language/python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dirty="0"/>
              <a:t>Portilla J, </a:t>
            </a:r>
            <a:r>
              <a:rPr lang="en-NL" dirty="0" err="1"/>
              <a:t>Pierian</a:t>
            </a:r>
            <a:r>
              <a:rPr lang="en-NL" dirty="0"/>
              <a:t> Training </a:t>
            </a:r>
            <a:r>
              <a:rPr lang="en-US" dirty="0"/>
              <a:t>-</a:t>
            </a:r>
            <a:r>
              <a:rPr lang="en-NL" dirty="0"/>
              <a:t> Udemy</a:t>
            </a:r>
            <a:r>
              <a:rPr lang="en-US" dirty="0"/>
              <a:t>: The Complete Python Bootcamp From Zero to Hero in Python.</a:t>
            </a:r>
            <a:r>
              <a:rPr lang="en-NL" dirty="0"/>
              <a:t> </a:t>
            </a:r>
            <a:r>
              <a:rPr lang="en-NL" dirty="0">
                <a:hlinkClick r:id="rId6"/>
              </a:rPr>
              <a:t>https://www.udemy.com/course/complete-python-bootcamp/?couponCode=ACCAGE0923</a:t>
            </a:r>
            <a:endParaRPr lang="en-NL" dirty="0"/>
          </a:p>
          <a:p>
            <a:pPr marL="0" indent="0">
              <a:buNone/>
            </a:pPr>
            <a:r>
              <a:rPr lang="en-NL" b="1" dirty="0" err="1"/>
              <a:t>Youtube</a:t>
            </a:r>
            <a:r>
              <a:rPr lang="en-NL" b="1" dirty="0"/>
              <a:t> Videos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NL" dirty="0">
                <a:hlinkClick r:id="rId7"/>
              </a:rPr>
              <a:t>https://www.youtube.com/watch?v=_uQrJ0TkZlc</a:t>
            </a:r>
            <a:endParaRPr lang="en-NL" dirty="0"/>
          </a:p>
          <a:p>
            <a:pPr>
              <a:buFont typeface="Wingdings" panose="05000000000000000000" pitchFamily="2" charset="2"/>
              <a:buChar char="v"/>
            </a:pPr>
            <a:r>
              <a:rPr lang="en-NL" dirty="0">
                <a:hlinkClick r:id="rId8"/>
              </a:rPr>
              <a:t>https://www.youtube.com/watch?v=H2EJuAcrZYU</a:t>
            </a:r>
            <a:endParaRPr lang="en-NL" dirty="0"/>
          </a:p>
          <a:p>
            <a:pPr marL="0" indent="0">
              <a:buNone/>
            </a:pPr>
            <a:r>
              <a:rPr lang="en-NL" b="1" dirty="0"/>
              <a:t>Other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b="0" i="0" dirty="0" err="1">
                <a:solidFill>
                  <a:srgbClr val="000000"/>
                </a:solidFill>
                <a:effectLst/>
                <a:latin typeface="ProximaNova"/>
              </a:rPr>
              <a:t>OpenAI</a:t>
            </a:r>
            <a:r>
              <a:rPr lang="fr-FR" b="0" i="0" dirty="0">
                <a:solidFill>
                  <a:srgbClr val="000000"/>
                </a:solidFill>
                <a:effectLst/>
                <a:latin typeface="ProximaNova"/>
              </a:rPr>
              <a:t>. (202</a:t>
            </a:r>
            <a:r>
              <a:rPr lang="en-NL" b="0" i="0" dirty="0">
                <a:solidFill>
                  <a:srgbClr val="000000"/>
                </a:solidFill>
                <a:effectLst/>
                <a:latin typeface="ProximaNova"/>
              </a:rPr>
              <a:t>5</a:t>
            </a:r>
            <a:r>
              <a:rPr lang="fr-FR" b="0" i="0" dirty="0">
                <a:solidFill>
                  <a:srgbClr val="000000"/>
                </a:solidFill>
                <a:effectLst/>
                <a:latin typeface="ProximaNova"/>
              </a:rPr>
              <a:t>). </a:t>
            </a:r>
            <a:r>
              <a:rPr lang="fr-FR" b="0" i="1" dirty="0" err="1">
                <a:solidFill>
                  <a:srgbClr val="000000"/>
                </a:solidFill>
                <a:effectLst/>
                <a:latin typeface="ProximaNova"/>
              </a:rPr>
              <a:t>ChatGPT</a:t>
            </a:r>
            <a:r>
              <a:rPr lang="fr-FR" b="0" i="0" dirty="0">
                <a:solidFill>
                  <a:srgbClr val="000000"/>
                </a:solidFill>
                <a:effectLst/>
                <a:latin typeface="ProximaNova"/>
              </a:rPr>
              <a:t> (</a:t>
            </a:r>
            <a:r>
              <a:rPr lang="en-NL" b="0" i="0" dirty="0">
                <a:solidFill>
                  <a:srgbClr val="000000"/>
                </a:solidFill>
                <a:effectLst/>
                <a:latin typeface="ProximaNova"/>
              </a:rPr>
              <a:t>o1 version</a:t>
            </a:r>
            <a:r>
              <a:rPr lang="fr-FR" b="0" i="0" dirty="0">
                <a:solidFill>
                  <a:srgbClr val="000000"/>
                </a:solidFill>
                <a:effectLst/>
                <a:latin typeface="ProximaNova"/>
              </a:rPr>
              <a:t>) [Large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ProximaNova"/>
              </a:rPr>
              <a:t>language</a:t>
            </a:r>
            <a:r>
              <a:rPr lang="fr-FR" b="0" i="0" dirty="0">
                <a:solidFill>
                  <a:srgbClr val="000000"/>
                </a:solidFill>
                <a:effectLst/>
                <a:latin typeface="ProximaNova"/>
              </a:rPr>
              <a:t> model].</a:t>
            </a:r>
            <a:r>
              <a:rPr lang="en-NL" b="0" i="0" dirty="0">
                <a:solidFill>
                  <a:srgbClr val="000000"/>
                </a:solidFill>
                <a:effectLst/>
                <a:latin typeface="ProximaNova"/>
              </a:rPr>
              <a:t> </a:t>
            </a:r>
            <a:r>
              <a:rPr lang="en-NL" b="0" i="0" dirty="0">
                <a:solidFill>
                  <a:srgbClr val="000000"/>
                </a:solidFill>
                <a:effectLst/>
                <a:latin typeface="ProximaNova"/>
                <a:hlinkClick r:id="rId9"/>
              </a:rPr>
              <a:t>https://chatgpt.com</a:t>
            </a:r>
            <a:r>
              <a:rPr lang="en-NL" b="0" i="0" dirty="0">
                <a:solidFill>
                  <a:srgbClr val="000000"/>
                </a:solidFill>
                <a:effectLst/>
                <a:latin typeface="ProximaNova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14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E9E62-5F3F-9FE1-D954-5B932C36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Fun Fact</a:t>
            </a:r>
          </a:p>
        </p:txBody>
      </p:sp>
      <p:pic>
        <p:nvPicPr>
          <p:cNvPr id="1026" name="Picture 2" descr="Python summary – Enric Baltasar">
            <a:extLst>
              <a:ext uri="{FF2B5EF4-FFF2-40B4-BE49-F238E27FC236}">
                <a16:creationId xmlns:a16="http://schemas.microsoft.com/office/drawing/2014/main" id="{62A65878-D3A2-7DB7-D4F1-74714DF5C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906073"/>
            <a:ext cx="5451627" cy="272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60195-A081-F8CB-D637-ED15BDCF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latin typeface="+mj-lt"/>
              </a:rPr>
              <a:t>Python is named after the British comedy series "Monty Python," not the snake!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30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8935-D52B-8649-9BCF-E7BA2844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THANK YOU</a:t>
            </a:r>
            <a:r>
              <a:rPr lang="en-NL" sz="4800" dirty="0"/>
              <a:t>!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AC44C09-4F19-3665-F470-CE2A33FF8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841242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434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42E8-68A3-AD66-88EC-8B1C97257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Schedule 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E62065-ADF1-1FC1-1A20-674988F2E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276220"/>
              </p:ext>
            </p:extLst>
          </p:nvPr>
        </p:nvGraphicFramePr>
        <p:xfrm>
          <a:off x="2606764" y="1737359"/>
          <a:ext cx="6080036" cy="3630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018">
                  <a:extLst>
                    <a:ext uri="{9D8B030D-6E8A-4147-A177-3AD203B41FA5}">
                      <a16:colId xmlns:a16="http://schemas.microsoft.com/office/drawing/2014/main" val="3672850295"/>
                    </a:ext>
                  </a:extLst>
                </a:gridCol>
                <a:gridCol w="3040018">
                  <a:extLst>
                    <a:ext uri="{9D8B030D-6E8A-4147-A177-3AD203B41FA5}">
                      <a16:colId xmlns:a16="http://schemas.microsoft.com/office/drawing/2014/main" val="811915695"/>
                    </a:ext>
                  </a:extLst>
                </a:gridCol>
              </a:tblGrid>
              <a:tr h="580071">
                <a:tc>
                  <a:txBody>
                    <a:bodyPr/>
                    <a:lstStyle/>
                    <a:p>
                      <a:r>
                        <a:rPr lang="en-NL" sz="2800" dirty="0"/>
                        <a:t>Time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800" dirty="0"/>
                        <a:t>Content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313222"/>
                  </a:ext>
                </a:extLst>
              </a:tr>
              <a:tr h="580071">
                <a:tc>
                  <a:txBody>
                    <a:bodyPr/>
                    <a:lstStyle/>
                    <a:p>
                      <a:r>
                        <a:rPr lang="en-NL" sz="2800" dirty="0"/>
                        <a:t>10.00 – 10.30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800" dirty="0"/>
                        <a:t>L0, L1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03166"/>
                  </a:ext>
                </a:extLst>
              </a:tr>
              <a:tr h="580071">
                <a:tc>
                  <a:txBody>
                    <a:bodyPr/>
                    <a:lstStyle/>
                    <a:p>
                      <a:r>
                        <a:rPr lang="en-NL" sz="2800" dirty="0"/>
                        <a:t>10.30 – 13.00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800" dirty="0"/>
                        <a:t>L2 - 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009249"/>
                  </a:ext>
                </a:extLst>
              </a:tr>
              <a:tr h="580071">
                <a:tc>
                  <a:txBody>
                    <a:bodyPr/>
                    <a:lstStyle/>
                    <a:p>
                      <a:r>
                        <a:rPr lang="en-NL" sz="2800" dirty="0"/>
                        <a:t>13.00 – 14.00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800" dirty="0"/>
                        <a:t>Break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832301"/>
                  </a:ext>
                </a:extLst>
              </a:tr>
              <a:tr h="580071">
                <a:tc>
                  <a:txBody>
                    <a:bodyPr/>
                    <a:lstStyle/>
                    <a:p>
                      <a:r>
                        <a:rPr lang="en-NL" sz="2800" dirty="0"/>
                        <a:t>14.00 – 16.00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800" dirty="0"/>
                        <a:t>L4 - L5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278"/>
                  </a:ext>
                </a:extLst>
              </a:tr>
              <a:tr h="730153">
                <a:tc>
                  <a:txBody>
                    <a:bodyPr/>
                    <a:lstStyle/>
                    <a:p>
                      <a:r>
                        <a:rPr lang="en-NL" sz="2800" dirty="0"/>
                        <a:t>16.00 – 17.00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800" dirty="0"/>
                        <a:t>L6 ? Bonus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754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9967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2999</TotalTime>
  <Words>572</Words>
  <Application>Microsoft Office PowerPoint</Application>
  <PresentationFormat>Widescreen</PresentationFormat>
  <Paragraphs>87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-apple-system</vt:lpstr>
      <vt:lpstr>Aptos</vt:lpstr>
      <vt:lpstr>Calibri</vt:lpstr>
      <vt:lpstr>Calibri Light</vt:lpstr>
      <vt:lpstr>ProximaNova</vt:lpstr>
      <vt:lpstr>Söhne</vt:lpstr>
      <vt:lpstr>Wingdings</vt:lpstr>
      <vt:lpstr>Retrospect</vt:lpstr>
      <vt:lpstr>Introduction to python  February 2025</vt:lpstr>
      <vt:lpstr>Why Learn Python?</vt:lpstr>
      <vt:lpstr>Course Objectives:</vt:lpstr>
      <vt:lpstr>Who is This Course For?</vt:lpstr>
      <vt:lpstr>Structure of the Course:</vt:lpstr>
      <vt:lpstr>Course Curriculum Overview</vt:lpstr>
      <vt:lpstr>Resources</vt:lpstr>
      <vt:lpstr>Fun Fact</vt:lpstr>
      <vt:lpstr>THANK YOU!</vt:lpstr>
      <vt:lpstr>Schedule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panagiotis herodotou</dc:creator>
  <cp:lastModifiedBy>Panagiotis Herodotou</cp:lastModifiedBy>
  <cp:revision>103</cp:revision>
  <dcterms:created xsi:type="dcterms:W3CDTF">2024-03-08T07:33:50Z</dcterms:created>
  <dcterms:modified xsi:type="dcterms:W3CDTF">2025-01-29T12:35:20Z</dcterms:modified>
</cp:coreProperties>
</file>