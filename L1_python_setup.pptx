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342" r:id="rId3"/>
    <p:sldId id="345" r:id="rId4"/>
    <p:sldId id="346" r:id="rId5"/>
    <p:sldId id="347" r:id="rId6"/>
    <p:sldId id="343" r:id="rId7"/>
    <p:sldId id="349" r:id="rId8"/>
    <p:sldId id="344" r:id="rId9"/>
    <p:sldId id="348" r:id="rId10"/>
    <p:sldId id="351" r:id="rId11"/>
    <p:sldId id="350" r:id="rId12"/>
    <p:sldId id="32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DB6C59-ECC9-41E7-8143-7CE4D840CA3D}" v="22" dt="2025-01-28T17:24:03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72676" autoAdjust="0"/>
  </p:normalViewPr>
  <p:slideViewPr>
    <p:cSldViewPr snapToGrid="0">
      <p:cViewPr varScale="1">
        <p:scale>
          <a:sx n="46" d="100"/>
          <a:sy n="46" d="100"/>
        </p:scale>
        <p:origin x="4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agiotis Herodotou" userId="0b8fad50-1c08-48a8-90b9-05d71b208ccb" providerId="ADAL" clId="{CF73C950-F6FC-4831-BB01-AD81BC866D05}"/>
    <pc:docChg chg="undo custSel modSld">
      <pc:chgData name="Panagiotis Herodotou" userId="0b8fad50-1c08-48a8-90b9-05d71b208ccb" providerId="ADAL" clId="{CF73C950-F6FC-4831-BB01-AD81BC866D05}" dt="2025-01-27T12:37:02.375" v="344"/>
      <pc:docMkLst>
        <pc:docMk/>
      </pc:docMkLst>
      <pc:sldChg chg="modSp">
        <pc:chgData name="Panagiotis Herodotou" userId="0b8fad50-1c08-48a8-90b9-05d71b208ccb" providerId="ADAL" clId="{CF73C950-F6FC-4831-BB01-AD81BC866D05}" dt="2025-01-27T12:37:02.375" v="344"/>
        <pc:sldMkLst>
          <pc:docMk/>
          <pc:sldMk cId="4134341266" sldId="321"/>
        </pc:sldMkLst>
        <pc:graphicFrameChg chg="mod">
          <ac:chgData name="Panagiotis Herodotou" userId="0b8fad50-1c08-48a8-90b9-05d71b208ccb" providerId="ADAL" clId="{CF73C950-F6FC-4831-BB01-AD81BC866D05}" dt="2025-01-27T12:37:02.375" v="344"/>
          <ac:graphicFrameMkLst>
            <pc:docMk/>
            <pc:sldMk cId="4134341266" sldId="321"/>
            <ac:graphicFrameMk id="7" creationId="{DAC44C09-4F19-3665-F470-CE2A33FF8DBD}"/>
          </ac:graphicFrameMkLst>
        </pc:graphicFrameChg>
      </pc:sldChg>
      <pc:sldChg chg="modSp mod">
        <pc:chgData name="Panagiotis Herodotou" userId="0b8fad50-1c08-48a8-90b9-05d71b208ccb" providerId="ADAL" clId="{CF73C950-F6FC-4831-BB01-AD81BC866D05}" dt="2025-01-27T12:27:13.273" v="0" actId="403"/>
        <pc:sldMkLst>
          <pc:docMk/>
          <pc:sldMk cId="2496339423" sldId="341"/>
        </pc:sldMkLst>
        <pc:spChg chg="mod">
          <ac:chgData name="Panagiotis Herodotou" userId="0b8fad50-1c08-48a8-90b9-05d71b208ccb" providerId="ADAL" clId="{CF73C950-F6FC-4831-BB01-AD81BC866D05}" dt="2025-01-27T12:27:13.273" v="0" actId="403"/>
          <ac:spMkLst>
            <pc:docMk/>
            <pc:sldMk cId="2496339423" sldId="341"/>
            <ac:spMk id="3" creationId="{1E745E5C-2F0C-AF0A-2733-D9334324E60A}"/>
          </ac:spMkLst>
        </pc:spChg>
      </pc:sldChg>
      <pc:sldChg chg="modSp mod modNotesTx">
        <pc:chgData name="Panagiotis Herodotou" userId="0b8fad50-1c08-48a8-90b9-05d71b208ccb" providerId="ADAL" clId="{CF73C950-F6FC-4831-BB01-AD81BC866D05}" dt="2025-01-27T12:27:50.667" v="82" actId="20577"/>
        <pc:sldMkLst>
          <pc:docMk/>
          <pc:sldMk cId="3650771656" sldId="342"/>
        </pc:sldMkLst>
        <pc:spChg chg="mod">
          <ac:chgData name="Panagiotis Herodotou" userId="0b8fad50-1c08-48a8-90b9-05d71b208ccb" providerId="ADAL" clId="{CF73C950-F6FC-4831-BB01-AD81BC866D05}" dt="2025-01-27T12:27:26.048" v="1" actId="403"/>
          <ac:spMkLst>
            <pc:docMk/>
            <pc:sldMk cId="3650771656" sldId="342"/>
            <ac:spMk id="3" creationId="{13CD1EF4-6CF1-6CFC-E724-B274AF0F5E4D}"/>
          </ac:spMkLst>
        </pc:spChg>
      </pc:sldChg>
      <pc:sldChg chg="modSp mod">
        <pc:chgData name="Panagiotis Herodotou" userId="0b8fad50-1c08-48a8-90b9-05d71b208ccb" providerId="ADAL" clId="{CF73C950-F6FC-4831-BB01-AD81BC866D05}" dt="2025-01-27T12:31:31.918" v="144" actId="113"/>
        <pc:sldMkLst>
          <pc:docMk/>
          <pc:sldMk cId="3053382728" sldId="343"/>
        </pc:sldMkLst>
        <pc:spChg chg="mod">
          <ac:chgData name="Panagiotis Herodotou" userId="0b8fad50-1c08-48a8-90b9-05d71b208ccb" providerId="ADAL" clId="{CF73C950-F6FC-4831-BB01-AD81BC866D05}" dt="2025-01-27T12:30:54.808" v="134" actId="20577"/>
          <ac:spMkLst>
            <pc:docMk/>
            <pc:sldMk cId="3053382728" sldId="343"/>
            <ac:spMk id="2" creationId="{CD294BE9-1466-9623-1B19-00FFEAE06A8E}"/>
          </ac:spMkLst>
        </pc:spChg>
        <pc:spChg chg="mod">
          <ac:chgData name="Panagiotis Herodotou" userId="0b8fad50-1c08-48a8-90b9-05d71b208ccb" providerId="ADAL" clId="{CF73C950-F6FC-4831-BB01-AD81BC866D05}" dt="2025-01-27T12:31:31.918" v="144" actId="113"/>
          <ac:spMkLst>
            <pc:docMk/>
            <pc:sldMk cId="3053382728" sldId="343"/>
            <ac:spMk id="3" creationId="{6BE84B47-DDFF-7DB3-EC86-6F13DBC46C9C}"/>
          </ac:spMkLst>
        </pc:spChg>
      </pc:sldChg>
      <pc:sldChg chg="modSp mod modNotesTx">
        <pc:chgData name="Panagiotis Herodotou" userId="0b8fad50-1c08-48a8-90b9-05d71b208ccb" providerId="ADAL" clId="{CF73C950-F6FC-4831-BB01-AD81BC866D05}" dt="2025-01-27T12:33:10.829" v="178" actId="113"/>
        <pc:sldMkLst>
          <pc:docMk/>
          <pc:sldMk cId="94949753" sldId="344"/>
        </pc:sldMkLst>
        <pc:spChg chg="mod">
          <ac:chgData name="Panagiotis Herodotou" userId="0b8fad50-1c08-48a8-90b9-05d71b208ccb" providerId="ADAL" clId="{CF73C950-F6FC-4831-BB01-AD81BC866D05}" dt="2025-01-27T12:32:54.704" v="176" actId="403"/>
          <ac:spMkLst>
            <pc:docMk/>
            <pc:sldMk cId="94949753" sldId="344"/>
            <ac:spMk id="3" creationId="{B2C3A1AD-9552-5C28-5C23-5207F3F1E8FF}"/>
          </ac:spMkLst>
        </pc:spChg>
        <pc:spChg chg="mod">
          <ac:chgData name="Panagiotis Herodotou" userId="0b8fad50-1c08-48a8-90b9-05d71b208ccb" providerId="ADAL" clId="{CF73C950-F6FC-4831-BB01-AD81BC866D05}" dt="2025-01-27T12:32:58.968" v="177" actId="403"/>
          <ac:spMkLst>
            <pc:docMk/>
            <pc:sldMk cId="94949753" sldId="344"/>
            <ac:spMk id="4" creationId="{43C215E8-24E7-7FD1-9453-81EC2BF6D281}"/>
          </ac:spMkLst>
        </pc:spChg>
      </pc:sldChg>
      <pc:sldChg chg="modNotesTx">
        <pc:chgData name="Panagiotis Herodotou" userId="0b8fad50-1c08-48a8-90b9-05d71b208ccb" providerId="ADAL" clId="{CF73C950-F6FC-4831-BB01-AD81BC866D05}" dt="2025-01-27T12:28:52.768" v="122" actId="20577"/>
        <pc:sldMkLst>
          <pc:docMk/>
          <pc:sldMk cId="3209918796" sldId="345"/>
        </pc:sldMkLst>
      </pc:sldChg>
      <pc:sldChg chg="modSp mod">
        <pc:chgData name="Panagiotis Herodotou" userId="0b8fad50-1c08-48a8-90b9-05d71b208ccb" providerId="ADAL" clId="{CF73C950-F6FC-4831-BB01-AD81BC866D05}" dt="2025-01-27T12:30:27.654" v="127" actId="27636"/>
        <pc:sldMkLst>
          <pc:docMk/>
          <pc:sldMk cId="728783902" sldId="347"/>
        </pc:sldMkLst>
        <pc:spChg chg="mod">
          <ac:chgData name="Panagiotis Herodotou" userId="0b8fad50-1c08-48a8-90b9-05d71b208ccb" providerId="ADAL" clId="{CF73C950-F6FC-4831-BB01-AD81BC866D05}" dt="2025-01-27T12:30:27.654" v="127" actId="27636"/>
          <ac:spMkLst>
            <pc:docMk/>
            <pc:sldMk cId="728783902" sldId="347"/>
            <ac:spMk id="3" creationId="{C5C1874A-A70C-28F5-B94A-AFD048D0A17E}"/>
          </ac:spMkLst>
        </pc:spChg>
      </pc:sldChg>
      <pc:sldChg chg="modSp mod modNotesTx">
        <pc:chgData name="Panagiotis Herodotou" userId="0b8fad50-1c08-48a8-90b9-05d71b208ccb" providerId="ADAL" clId="{CF73C950-F6FC-4831-BB01-AD81BC866D05}" dt="2025-01-27T12:33:39.184" v="209" actId="113"/>
        <pc:sldMkLst>
          <pc:docMk/>
          <pc:sldMk cId="3981936159" sldId="348"/>
        </pc:sldMkLst>
        <pc:spChg chg="mod">
          <ac:chgData name="Panagiotis Herodotou" userId="0b8fad50-1c08-48a8-90b9-05d71b208ccb" providerId="ADAL" clId="{CF73C950-F6FC-4831-BB01-AD81BC866D05}" dt="2025-01-27T12:33:39.184" v="209" actId="113"/>
          <ac:spMkLst>
            <pc:docMk/>
            <pc:sldMk cId="3981936159" sldId="348"/>
            <ac:spMk id="3" creationId="{B8D4069E-70C9-3925-DCDC-0B4B25163766}"/>
          </ac:spMkLst>
        </pc:spChg>
      </pc:sldChg>
      <pc:sldChg chg="modSp mod">
        <pc:chgData name="Panagiotis Herodotou" userId="0b8fad50-1c08-48a8-90b9-05d71b208ccb" providerId="ADAL" clId="{CF73C950-F6FC-4831-BB01-AD81BC866D05}" dt="2025-01-27T12:32:27.938" v="174" actId="20577"/>
        <pc:sldMkLst>
          <pc:docMk/>
          <pc:sldMk cId="2532501766" sldId="349"/>
        </pc:sldMkLst>
        <pc:spChg chg="mod">
          <ac:chgData name="Panagiotis Herodotou" userId="0b8fad50-1c08-48a8-90b9-05d71b208ccb" providerId="ADAL" clId="{CF73C950-F6FC-4831-BB01-AD81BC866D05}" dt="2025-01-27T12:32:27.938" v="174" actId="20577"/>
          <ac:spMkLst>
            <pc:docMk/>
            <pc:sldMk cId="2532501766" sldId="349"/>
            <ac:spMk id="3" creationId="{219BA260-E8E0-684D-9BC6-EF23A9C054A1}"/>
          </ac:spMkLst>
        </pc:spChg>
      </pc:sldChg>
      <pc:sldChg chg="modSp mod">
        <pc:chgData name="Panagiotis Herodotou" userId="0b8fad50-1c08-48a8-90b9-05d71b208ccb" providerId="ADAL" clId="{CF73C950-F6FC-4831-BB01-AD81BC866D05}" dt="2025-01-27T12:36:13.084" v="323" actId="403"/>
        <pc:sldMkLst>
          <pc:docMk/>
          <pc:sldMk cId="1082745413" sldId="350"/>
        </pc:sldMkLst>
        <pc:spChg chg="mod">
          <ac:chgData name="Panagiotis Herodotou" userId="0b8fad50-1c08-48a8-90b9-05d71b208ccb" providerId="ADAL" clId="{CF73C950-F6FC-4831-BB01-AD81BC866D05}" dt="2025-01-27T12:36:13.084" v="323" actId="403"/>
          <ac:spMkLst>
            <pc:docMk/>
            <pc:sldMk cId="1082745413" sldId="350"/>
            <ac:spMk id="3" creationId="{7BDA6497-473E-298F-F634-6ACE6BF8805D}"/>
          </ac:spMkLst>
        </pc:spChg>
      </pc:sldChg>
      <pc:sldChg chg="modSp mod modNotesTx">
        <pc:chgData name="Panagiotis Herodotou" userId="0b8fad50-1c08-48a8-90b9-05d71b208ccb" providerId="ADAL" clId="{CF73C950-F6FC-4831-BB01-AD81BC866D05}" dt="2025-01-27T12:35:55.619" v="321" actId="113"/>
        <pc:sldMkLst>
          <pc:docMk/>
          <pc:sldMk cId="1423059791" sldId="351"/>
        </pc:sldMkLst>
        <pc:spChg chg="mod">
          <ac:chgData name="Panagiotis Herodotou" userId="0b8fad50-1c08-48a8-90b9-05d71b208ccb" providerId="ADAL" clId="{CF73C950-F6FC-4831-BB01-AD81BC866D05}" dt="2025-01-27T12:35:55.619" v="321" actId="113"/>
          <ac:spMkLst>
            <pc:docMk/>
            <pc:sldMk cId="1423059791" sldId="351"/>
            <ac:spMk id="3" creationId="{F7A84B5C-5F92-98A5-6CE9-F8747FE07ED9}"/>
          </ac:spMkLst>
        </pc:spChg>
      </pc:sldChg>
    </pc:docChg>
  </pc:docChgLst>
  <pc:docChgLst>
    <pc:chgData name="Panagiotis Herodotou" userId="0b8fad50-1c08-48a8-90b9-05d71b208ccb" providerId="ADAL" clId="{EB2D1A47-2629-4A21-8D03-BC2D62F5A169}"/>
    <pc:docChg chg="undo custSel addSld delSld modSld sldOrd">
      <pc:chgData name="Panagiotis Herodotou" userId="0b8fad50-1c08-48a8-90b9-05d71b208ccb" providerId="ADAL" clId="{EB2D1A47-2629-4A21-8D03-BC2D62F5A169}" dt="2024-12-27T13:13:59.726" v="3073" actId="20577"/>
      <pc:docMkLst>
        <pc:docMk/>
      </pc:docMkLst>
      <pc:sldChg chg="modSp mod">
        <pc:chgData name="Panagiotis Herodotou" userId="0b8fad50-1c08-48a8-90b9-05d71b208ccb" providerId="ADAL" clId="{EB2D1A47-2629-4A21-8D03-BC2D62F5A169}" dt="2024-12-21T16:07:03.121" v="2463" actId="404"/>
        <pc:sldMkLst>
          <pc:docMk/>
          <pc:sldMk cId="1912274229" sldId="256"/>
        </pc:sldMkLst>
        <pc:spChg chg="mod">
          <ac:chgData name="Panagiotis Herodotou" userId="0b8fad50-1c08-48a8-90b9-05d71b208ccb" providerId="ADAL" clId="{EB2D1A47-2629-4A21-8D03-BC2D62F5A169}" dt="2024-12-21T16:07:03.121" v="2463" actId="404"/>
          <ac:spMkLst>
            <pc:docMk/>
            <pc:sldMk cId="1912274229" sldId="256"/>
            <ac:spMk id="2" creationId="{3C474C63-85F2-6C86-8078-D4AEFE9C1574}"/>
          </ac:spMkLst>
        </pc:spChg>
      </pc:sldChg>
      <pc:sldChg chg="del">
        <pc:chgData name="Panagiotis Herodotou" userId="0b8fad50-1c08-48a8-90b9-05d71b208ccb" providerId="ADAL" clId="{EB2D1A47-2629-4A21-8D03-BC2D62F5A169}" dt="2024-12-21T15:05:54.173" v="419" actId="47"/>
        <pc:sldMkLst>
          <pc:docMk/>
          <pc:sldMk cId="2023408695" sldId="322"/>
        </pc:sldMkLst>
      </pc:sldChg>
      <pc:sldChg chg="del">
        <pc:chgData name="Panagiotis Herodotou" userId="0b8fad50-1c08-48a8-90b9-05d71b208ccb" providerId="ADAL" clId="{EB2D1A47-2629-4A21-8D03-BC2D62F5A169}" dt="2024-12-21T14:33:27.586" v="186" actId="47"/>
        <pc:sldMkLst>
          <pc:docMk/>
          <pc:sldMk cId="4266541275" sldId="337"/>
        </pc:sldMkLst>
      </pc:sldChg>
      <pc:sldChg chg="del">
        <pc:chgData name="Panagiotis Herodotou" userId="0b8fad50-1c08-48a8-90b9-05d71b208ccb" providerId="ADAL" clId="{EB2D1A47-2629-4A21-8D03-BC2D62F5A169}" dt="2024-12-21T15:05:49.571" v="416" actId="47"/>
        <pc:sldMkLst>
          <pc:docMk/>
          <pc:sldMk cId="1807734263" sldId="338"/>
        </pc:sldMkLst>
      </pc:sldChg>
      <pc:sldChg chg="del">
        <pc:chgData name="Panagiotis Herodotou" userId="0b8fad50-1c08-48a8-90b9-05d71b208ccb" providerId="ADAL" clId="{EB2D1A47-2629-4A21-8D03-BC2D62F5A169}" dt="2024-12-21T15:05:51.420" v="417" actId="47"/>
        <pc:sldMkLst>
          <pc:docMk/>
          <pc:sldMk cId="2500038018" sldId="339"/>
        </pc:sldMkLst>
      </pc:sldChg>
      <pc:sldChg chg="del">
        <pc:chgData name="Panagiotis Herodotou" userId="0b8fad50-1c08-48a8-90b9-05d71b208ccb" providerId="ADAL" clId="{EB2D1A47-2629-4A21-8D03-BC2D62F5A169}" dt="2024-12-21T15:05:51.882" v="418" actId="47"/>
        <pc:sldMkLst>
          <pc:docMk/>
          <pc:sldMk cId="2606792929" sldId="340"/>
        </pc:sldMkLst>
      </pc:sldChg>
      <pc:sldChg chg="modSp new mod modShow">
        <pc:chgData name="Panagiotis Herodotou" userId="0b8fad50-1c08-48a8-90b9-05d71b208ccb" providerId="ADAL" clId="{EB2D1A47-2629-4A21-8D03-BC2D62F5A169}" dt="2024-12-21T16:47:23.489" v="2989" actId="729"/>
        <pc:sldMkLst>
          <pc:docMk/>
          <pc:sldMk cId="2496339423" sldId="341"/>
        </pc:sldMkLst>
      </pc:sldChg>
      <pc:sldChg chg="addSp modSp new mod setBg">
        <pc:chgData name="Panagiotis Herodotou" userId="0b8fad50-1c08-48a8-90b9-05d71b208ccb" providerId="ADAL" clId="{EB2D1A47-2629-4A21-8D03-BC2D62F5A169}" dt="2024-12-21T16:49:41.037" v="2993" actId="26606"/>
        <pc:sldMkLst>
          <pc:docMk/>
          <pc:sldMk cId="3650771656" sldId="342"/>
        </pc:sldMkLst>
        <pc:spChg chg="mod">
          <ac:chgData name="Panagiotis Herodotou" userId="0b8fad50-1c08-48a8-90b9-05d71b208ccb" providerId="ADAL" clId="{EB2D1A47-2629-4A21-8D03-BC2D62F5A169}" dt="2024-12-21T16:49:41.037" v="2993" actId="26606"/>
          <ac:spMkLst>
            <pc:docMk/>
            <pc:sldMk cId="3650771656" sldId="342"/>
            <ac:spMk id="2" creationId="{986F9E78-3D3D-C9E7-4CE4-0208C1DF37D9}"/>
          </ac:spMkLst>
        </pc:spChg>
        <pc:spChg chg="mod ord">
          <ac:chgData name="Panagiotis Herodotou" userId="0b8fad50-1c08-48a8-90b9-05d71b208ccb" providerId="ADAL" clId="{EB2D1A47-2629-4A21-8D03-BC2D62F5A169}" dt="2024-12-21T16:49:41.037" v="2993" actId="26606"/>
          <ac:spMkLst>
            <pc:docMk/>
            <pc:sldMk cId="3650771656" sldId="342"/>
            <ac:spMk id="3" creationId="{13CD1EF4-6CF1-6CFC-E724-B274AF0F5E4D}"/>
          </ac:spMkLst>
        </pc:spChg>
        <pc:spChg chg="add">
          <ac:chgData name="Panagiotis Herodotou" userId="0b8fad50-1c08-48a8-90b9-05d71b208ccb" providerId="ADAL" clId="{EB2D1A47-2629-4A21-8D03-BC2D62F5A169}" dt="2024-12-21T16:49:41.037" v="2993" actId="26606"/>
          <ac:spMkLst>
            <pc:docMk/>
            <pc:sldMk cId="3650771656" sldId="342"/>
            <ac:spMk id="1031" creationId="{52ABB703-2B0E-4C3B-B4A2-F3973548E561}"/>
          </ac:spMkLst>
        </pc:spChg>
        <pc:spChg chg="add">
          <ac:chgData name="Panagiotis Herodotou" userId="0b8fad50-1c08-48a8-90b9-05d71b208ccb" providerId="ADAL" clId="{EB2D1A47-2629-4A21-8D03-BC2D62F5A169}" dt="2024-12-21T16:49:41.037" v="2993" actId="26606"/>
          <ac:spMkLst>
            <pc:docMk/>
            <pc:sldMk cId="3650771656" sldId="342"/>
            <ac:spMk id="1035" creationId="{E95DA498-D9A2-4DA9-B9DA-B3776E08CF7E}"/>
          </ac:spMkLst>
        </pc:spChg>
        <pc:spChg chg="add">
          <ac:chgData name="Panagiotis Herodotou" userId="0b8fad50-1c08-48a8-90b9-05d71b208ccb" providerId="ADAL" clId="{EB2D1A47-2629-4A21-8D03-BC2D62F5A169}" dt="2024-12-21T16:49:41.037" v="2993" actId="26606"/>
          <ac:spMkLst>
            <pc:docMk/>
            <pc:sldMk cId="3650771656" sldId="342"/>
            <ac:spMk id="1037" creationId="{82A73093-4B9D-420D-B17E-52293703A1D4}"/>
          </ac:spMkLst>
        </pc:spChg>
        <pc:picChg chg="add mod">
          <ac:chgData name="Panagiotis Herodotou" userId="0b8fad50-1c08-48a8-90b9-05d71b208ccb" providerId="ADAL" clId="{EB2D1A47-2629-4A21-8D03-BC2D62F5A169}" dt="2024-12-21T16:49:41.037" v="2993" actId="26606"/>
          <ac:picMkLst>
            <pc:docMk/>
            <pc:sldMk cId="3650771656" sldId="342"/>
            <ac:picMk id="1026" creationId="{C13049CC-67BE-0B7C-0355-8E649AEB0C0C}"/>
          </ac:picMkLst>
        </pc:picChg>
        <pc:cxnChg chg="add">
          <ac:chgData name="Panagiotis Herodotou" userId="0b8fad50-1c08-48a8-90b9-05d71b208ccb" providerId="ADAL" clId="{EB2D1A47-2629-4A21-8D03-BC2D62F5A169}" dt="2024-12-21T16:49:41.037" v="2993" actId="26606"/>
          <ac:cxnSpMkLst>
            <pc:docMk/>
            <pc:sldMk cId="3650771656" sldId="342"/>
            <ac:cxnSpMk id="1033" creationId="{9C21570E-E159-49A6-9891-FA397B7A92D3}"/>
          </ac:cxnSpMkLst>
        </pc:cxnChg>
      </pc:sldChg>
      <pc:sldChg chg="addSp modSp new mod">
        <pc:chgData name="Panagiotis Herodotou" userId="0b8fad50-1c08-48a8-90b9-05d71b208ccb" providerId="ADAL" clId="{EB2D1A47-2629-4A21-8D03-BC2D62F5A169}" dt="2024-12-21T16:31:51.272" v="2905" actId="1076"/>
        <pc:sldMkLst>
          <pc:docMk/>
          <pc:sldMk cId="3053382728" sldId="343"/>
        </pc:sldMkLst>
        <pc:spChg chg="mod">
          <ac:chgData name="Panagiotis Herodotou" userId="0b8fad50-1c08-48a8-90b9-05d71b208ccb" providerId="ADAL" clId="{EB2D1A47-2629-4A21-8D03-BC2D62F5A169}" dt="2024-12-21T15:39:36.675" v="1075" actId="20577"/>
          <ac:spMkLst>
            <pc:docMk/>
            <pc:sldMk cId="3053382728" sldId="343"/>
            <ac:spMk id="2" creationId="{CD294BE9-1466-9623-1B19-00FFEAE06A8E}"/>
          </ac:spMkLst>
        </pc:spChg>
        <pc:spChg chg="mod">
          <ac:chgData name="Panagiotis Herodotou" userId="0b8fad50-1c08-48a8-90b9-05d71b208ccb" providerId="ADAL" clId="{EB2D1A47-2629-4A21-8D03-BC2D62F5A169}" dt="2024-12-21T15:56:58.659" v="1936" actId="20577"/>
          <ac:spMkLst>
            <pc:docMk/>
            <pc:sldMk cId="3053382728" sldId="343"/>
            <ac:spMk id="3" creationId="{6BE84B47-DDFF-7DB3-EC86-6F13DBC46C9C}"/>
          </ac:spMkLst>
        </pc:spChg>
        <pc:picChg chg="add mod">
          <ac:chgData name="Panagiotis Herodotou" userId="0b8fad50-1c08-48a8-90b9-05d71b208ccb" providerId="ADAL" clId="{EB2D1A47-2629-4A21-8D03-BC2D62F5A169}" dt="2024-12-21T15:44:33.460" v="1382" actId="1076"/>
          <ac:picMkLst>
            <pc:docMk/>
            <pc:sldMk cId="3053382728" sldId="343"/>
            <ac:picMk id="4" creationId="{EFBEA9D2-9B9E-E4AA-18EA-4626C1865AF0}"/>
          </ac:picMkLst>
        </pc:picChg>
        <pc:picChg chg="add mod">
          <ac:chgData name="Panagiotis Herodotou" userId="0b8fad50-1c08-48a8-90b9-05d71b208ccb" providerId="ADAL" clId="{EB2D1A47-2629-4A21-8D03-BC2D62F5A169}" dt="2024-12-21T16:31:51.272" v="2905" actId="1076"/>
          <ac:picMkLst>
            <pc:docMk/>
            <pc:sldMk cId="3053382728" sldId="343"/>
            <ac:picMk id="3074" creationId="{FB15C055-D802-5C98-B855-485EE245D114}"/>
          </ac:picMkLst>
        </pc:picChg>
      </pc:sldChg>
      <pc:sldChg chg="new del">
        <pc:chgData name="Panagiotis Herodotou" userId="0b8fad50-1c08-48a8-90b9-05d71b208ccb" providerId="ADAL" clId="{EB2D1A47-2629-4A21-8D03-BC2D62F5A169}" dt="2024-12-21T14:30:58.196" v="16" actId="47"/>
        <pc:sldMkLst>
          <pc:docMk/>
          <pc:sldMk cId="3541984418" sldId="343"/>
        </pc:sldMkLst>
      </pc:sldChg>
      <pc:sldChg chg="addSp modSp new mod modClrScheme chgLayout modNotesTx">
        <pc:chgData name="Panagiotis Herodotou" userId="0b8fad50-1c08-48a8-90b9-05d71b208ccb" providerId="ADAL" clId="{EB2D1A47-2629-4A21-8D03-BC2D62F5A169}" dt="2024-12-27T13:13:59.726" v="3073" actId="20577"/>
        <pc:sldMkLst>
          <pc:docMk/>
          <pc:sldMk cId="94949753" sldId="344"/>
        </pc:sldMkLst>
        <pc:spChg chg="mod ord">
          <ac:chgData name="Panagiotis Herodotou" userId="0b8fad50-1c08-48a8-90b9-05d71b208ccb" providerId="ADAL" clId="{EB2D1A47-2629-4A21-8D03-BC2D62F5A169}" dt="2024-12-21T16:06:23.563" v="2435" actId="700"/>
          <ac:spMkLst>
            <pc:docMk/>
            <pc:sldMk cId="94949753" sldId="344"/>
            <ac:spMk id="2" creationId="{D54B5181-8E05-D2CF-2E8D-0A68CF38E066}"/>
          </ac:spMkLst>
        </pc:spChg>
        <pc:spChg chg="mod ord">
          <ac:chgData name="Panagiotis Herodotou" userId="0b8fad50-1c08-48a8-90b9-05d71b208ccb" providerId="ADAL" clId="{EB2D1A47-2629-4A21-8D03-BC2D62F5A169}" dt="2024-12-21T16:06:23.563" v="2435" actId="700"/>
          <ac:spMkLst>
            <pc:docMk/>
            <pc:sldMk cId="94949753" sldId="344"/>
            <ac:spMk id="3" creationId="{B2C3A1AD-9552-5C28-5C23-5207F3F1E8FF}"/>
          </ac:spMkLst>
        </pc:spChg>
        <pc:spChg chg="add mod ord">
          <ac:chgData name="Panagiotis Herodotou" userId="0b8fad50-1c08-48a8-90b9-05d71b208ccb" providerId="ADAL" clId="{EB2D1A47-2629-4A21-8D03-BC2D62F5A169}" dt="2024-12-21T16:06:24.505" v="2436"/>
          <ac:spMkLst>
            <pc:docMk/>
            <pc:sldMk cId="94949753" sldId="344"/>
            <ac:spMk id="4" creationId="{43C215E8-24E7-7FD1-9453-81EC2BF6D281}"/>
          </ac:spMkLst>
        </pc:spChg>
      </pc:sldChg>
      <pc:sldChg chg="addSp modSp new mod ord">
        <pc:chgData name="Panagiotis Herodotou" userId="0b8fad50-1c08-48a8-90b9-05d71b208ccb" providerId="ADAL" clId="{EB2D1A47-2629-4A21-8D03-BC2D62F5A169}" dt="2024-12-21T15:42:15.511" v="1263" actId="1076"/>
        <pc:sldMkLst>
          <pc:docMk/>
          <pc:sldMk cId="3209918796" sldId="345"/>
        </pc:sldMkLst>
        <pc:spChg chg="mod">
          <ac:chgData name="Panagiotis Herodotou" userId="0b8fad50-1c08-48a8-90b9-05d71b208ccb" providerId="ADAL" clId="{EB2D1A47-2629-4A21-8D03-BC2D62F5A169}" dt="2024-12-21T15:07:51.426" v="457" actId="20577"/>
          <ac:spMkLst>
            <pc:docMk/>
            <pc:sldMk cId="3209918796" sldId="345"/>
            <ac:spMk id="2" creationId="{0F1E3A58-D7A6-8722-09C6-76229DF1D3A7}"/>
          </ac:spMkLst>
        </pc:spChg>
        <pc:spChg chg="mod">
          <ac:chgData name="Panagiotis Herodotou" userId="0b8fad50-1c08-48a8-90b9-05d71b208ccb" providerId="ADAL" clId="{EB2D1A47-2629-4A21-8D03-BC2D62F5A169}" dt="2024-12-21T15:15:44.741" v="718" actId="20577"/>
          <ac:spMkLst>
            <pc:docMk/>
            <pc:sldMk cId="3209918796" sldId="345"/>
            <ac:spMk id="3" creationId="{CBCBC495-8513-1A9F-FEA3-0C164BD09485}"/>
          </ac:spMkLst>
        </pc:spChg>
        <pc:picChg chg="add mod">
          <ac:chgData name="Panagiotis Herodotou" userId="0b8fad50-1c08-48a8-90b9-05d71b208ccb" providerId="ADAL" clId="{EB2D1A47-2629-4A21-8D03-BC2D62F5A169}" dt="2024-12-21T15:42:15.511" v="1263" actId="1076"/>
          <ac:picMkLst>
            <pc:docMk/>
            <pc:sldMk cId="3209918796" sldId="345"/>
            <ac:picMk id="4" creationId="{BA67DB83-39B5-2646-5379-7BD5944F8DCD}"/>
          </ac:picMkLst>
        </pc:picChg>
      </pc:sldChg>
      <pc:sldChg chg="addSp delSp modSp new mod modClrScheme chgLayout modNotesTx">
        <pc:chgData name="Panagiotis Herodotou" userId="0b8fad50-1c08-48a8-90b9-05d71b208ccb" providerId="ADAL" clId="{EB2D1A47-2629-4A21-8D03-BC2D62F5A169}" dt="2024-12-27T13:13:20.198" v="3011" actId="14100"/>
        <pc:sldMkLst>
          <pc:docMk/>
          <pc:sldMk cId="4201013941" sldId="346"/>
        </pc:sldMkLst>
        <pc:spChg chg="mod ord">
          <ac:chgData name="Panagiotis Herodotou" userId="0b8fad50-1c08-48a8-90b9-05d71b208ccb" providerId="ADAL" clId="{EB2D1A47-2629-4A21-8D03-BC2D62F5A169}" dt="2024-12-21T15:19:12.169" v="747" actId="700"/>
          <ac:spMkLst>
            <pc:docMk/>
            <pc:sldMk cId="4201013941" sldId="346"/>
            <ac:spMk id="2" creationId="{EA5974CF-5C06-F205-3818-26FA2E345FC2}"/>
          </ac:spMkLst>
        </pc:spChg>
        <pc:spChg chg="add del mod ord">
          <ac:chgData name="Panagiotis Herodotou" userId="0b8fad50-1c08-48a8-90b9-05d71b208ccb" providerId="ADAL" clId="{EB2D1A47-2629-4A21-8D03-BC2D62F5A169}" dt="2024-12-27T13:13:19.690" v="3010" actId="20577"/>
          <ac:spMkLst>
            <pc:docMk/>
            <pc:sldMk cId="4201013941" sldId="346"/>
            <ac:spMk id="6" creationId="{7214E663-F576-A2FF-88D6-18E1130130D1}"/>
          </ac:spMkLst>
        </pc:spChg>
        <pc:picChg chg="add mod ord modCrop">
          <ac:chgData name="Panagiotis Herodotou" userId="0b8fad50-1c08-48a8-90b9-05d71b208ccb" providerId="ADAL" clId="{EB2D1A47-2629-4A21-8D03-BC2D62F5A169}" dt="2024-12-27T13:13:20.198" v="3011" actId="14100"/>
          <ac:picMkLst>
            <pc:docMk/>
            <pc:sldMk cId="4201013941" sldId="346"/>
            <ac:picMk id="5" creationId="{267F5C76-027E-4B1D-87A6-B64A51C96EAA}"/>
          </ac:picMkLst>
        </pc:picChg>
      </pc:sldChg>
      <pc:sldChg chg="addSp delSp modSp new mod">
        <pc:chgData name="Panagiotis Herodotou" userId="0b8fad50-1c08-48a8-90b9-05d71b208ccb" providerId="ADAL" clId="{EB2D1A47-2629-4A21-8D03-BC2D62F5A169}" dt="2024-12-21T15:37:50.911" v="1059" actId="27636"/>
        <pc:sldMkLst>
          <pc:docMk/>
          <pc:sldMk cId="728783902" sldId="347"/>
        </pc:sldMkLst>
        <pc:spChg chg="mod">
          <ac:chgData name="Panagiotis Herodotou" userId="0b8fad50-1c08-48a8-90b9-05d71b208ccb" providerId="ADAL" clId="{EB2D1A47-2629-4A21-8D03-BC2D62F5A169}" dt="2024-12-21T15:35:16.470" v="999" actId="20577"/>
          <ac:spMkLst>
            <pc:docMk/>
            <pc:sldMk cId="728783902" sldId="347"/>
            <ac:spMk id="2" creationId="{9695ACC1-CDEF-6878-BCED-8DCFA298DD65}"/>
          </ac:spMkLst>
        </pc:spChg>
        <pc:spChg chg="add del mod">
          <ac:chgData name="Panagiotis Herodotou" userId="0b8fad50-1c08-48a8-90b9-05d71b208ccb" providerId="ADAL" clId="{EB2D1A47-2629-4A21-8D03-BC2D62F5A169}" dt="2024-12-21T15:37:50.911" v="1059" actId="27636"/>
          <ac:spMkLst>
            <pc:docMk/>
            <pc:sldMk cId="728783902" sldId="347"/>
            <ac:spMk id="3" creationId="{C5C1874A-A70C-28F5-B94A-AFD048D0A17E}"/>
          </ac:spMkLst>
        </pc:spChg>
        <pc:picChg chg="add mod">
          <ac:chgData name="Panagiotis Herodotou" userId="0b8fad50-1c08-48a8-90b9-05d71b208ccb" providerId="ADAL" clId="{EB2D1A47-2629-4A21-8D03-BC2D62F5A169}" dt="2024-12-21T15:35:27.339" v="1004" actId="1076"/>
          <ac:picMkLst>
            <pc:docMk/>
            <pc:sldMk cId="728783902" sldId="347"/>
            <ac:picMk id="5" creationId="{1942ED60-9C39-5D6D-7008-17E6A88FA7A0}"/>
          </ac:picMkLst>
        </pc:picChg>
      </pc:sldChg>
      <pc:sldChg chg="addSp modSp new mod modNotesTx">
        <pc:chgData name="Panagiotis Herodotou" userId="0b8fad50-1c08-48a8-90b9-05d71b208ccb" providerId="ADAL" clId="{EB2D1A47-2629-4A21-8D03-BC2D62F5A169}" dt="2024-12-21T16:21:50.285" v="2835" actId="20577"/>
        <pc:sldMkLst>
          <pc:docMk/>
          <pc:sldMk cId="3981936159" sldId="348"/>
        </pc:sldMkLst>
        <pc:spChg chg="mod">
          <ac:chgData name="Panagiotis Herodotou" userId="0b8fad50-1c08-48a8-90b9-05d71b208ccb" providerId="ADAL" clId="{EB2D1A47-2629-4A21-8D03-BC2D62F5A169}" dt="2024-12-21T16:10:15.071" v="2658" actId="20577"/>
          <ac:spMkLst>
            <pc:docMk/>
            <pc:sldMk cId="3981936159" sldId="348"/>
            <ac:spMk id="2" creationId="{7CDAD198-8F53-FCD7-3C08-F786A4782C41}"/>
          </ac:spMkLst>
        </pc:spChg>
        <pc:spChg chg="mod">
          <ac:chgData name="Panagiotis Herodotou" userId="0b8fad50-1c08-48a8-90b9-05d71b208ccb" providerId="ADAL" clId="{EB2D1A47-2629-4A21-8D03-BC2D62F5A169}" dt="2024-12-21T16:21:50.285" v="2835" actId="20577"/>
          <ac:spMkLst>
            <pc:docMk/>
            <pc:sldMk cId="3981936159" sldId="348"/>
            <ac:spMk id="3" creationId="{B8D4069E-70C9-3925-DCDC-0B4B25163766}"/>
          </ac:spMkLst>
        </pc:spChg>
        <pc:picChg chg="add mod">
          <ac:chgData name="Panagiotis Herodotou" userId="0b8fad50-1c08-48a8-90b9-05d71b208ccb" providerId="ADAL" clId="{EB2D1A47-2629-4A21-8D03-BC2D62F5A169}" dt="2024-12-21T16:09:43.400" v="2633" actId="1076"/>
          <ac:picMkLst>
            <pc:docMk/>
            <pc:sldMk cId="3981936159" sldId="348"/>
            <ac:picMk id="2050" creationId="{CC5A0020-66DA-85A3-568B-615D520974CA}"/>
          </ac:picMkLst>
        </pc:picChg>
        <pc:picChg chg="add mod">
          <ac:chgData name="Panagiotis Herodotou" userId="0b8fad50-1c08-48a8-90b9-05d71b208ccb" providerId="ADAL" clId="{EB2D1A47-2629-4A21-8D03-BC2D62F5A169}" dt="2024-12-21T16:10:12.006" v="2657" actId="1076"/>
          <ac:picMkLst>
            <pc:docMk/>
            <pc:sldMk cId="3981936159" sldId="348"/>
            <ac:picMk id="2052" creationId="{D8D26F09-31E1-E5EC-D34C-1F320C94B111}"/>
          </ac:picMkLst>
        </pc:picChg>
        <pc:picChg chg="add mod">
          <ac:chgData name="Panagiotis Herodotou" userId="0b8fad50-1c08-48a8-90b9-05d71b208ccb" providerId="ADAL" clId="{EB2D1A47-2629-4A21-8D03-BC2D62F5A169}" dt="2024-12-21T16:10:57.805" v="2660" actId="1076"/>
          <ac:picMkLst>
            <pc:docMk/>
            <pc:sldMk cId="3981936159" sldId="348"/>
            <ac:picMk id="2054" creationId="{A17C86B7-362D-D6DC-C12E-0D4F658E6042}"/>
          </ac:picMkLst>
        </pc:picChg>
      </pc:sldChg>
      <pc:sldChg chg="addSp delSp modSp new mod modNotesTx">
        <pc:chgData name="Panagiotis Herodotou" userId="0b8fad50-1c08-48a8-90b9-05d71b208ccb" providerId="ADAL" clId="{EB2D1A47-2629-4A21-8D03-BC2D62F5A169}" dt="2024-12-21T16:17:34.273" v="2813" actId="1440"/>
        <pc:sldMkLst>
          <pc:docMk/>
          <pc:sldMk cId="2532501766" sldId="349"/>
        </pc:sldMkLst>
        <pc:spChg chg="mod">
          <ac:chgData name="Panagiotis Herodotou" userId="0b8fad50-1c08-48a8-90b9-05d71b208ccb" providerId="ADAL" clId="{EB2D1A47-2629-4A21-8D03-BC2D62F5A169}" dt="2024-12-21T15:55:57.809" v="1778" actId="20577"/>
          <ac:spMkLst>
            <pc:docMk/>
            <pc:sldMk cId="2532501766" sldId="349"/>
            <ac:spMk id="2" creationId="{4A45D928-ED8B-CD6D-E051-ABEC7AFD8A32}"/>
          </ac:spMkLst>
        </pc:spChg>
        <pc:spChg chg="mod">
          <ac:chgData name="Panagiotis Herodotou" userId="0b8fad50-1c08-48a8-90b9-05d71b208ccb" providerId="ADAL" clId="{EB2D1A47-2629-4A21-8D03-BC2D62F5A169}" dt="2024-12-21T16:17:34.273" v="2813" actId="1440"/>
          <ac:spMkLst>
            <pc:docMk/>
            <pc:sldMk cId="2532501766" sldId="349"/>
            <ac:spMk id="3" creationId="{219BA260-E8E0-684D-9BC6-EF23A9C054A1}"/>
          </ac:spMkLst>
        </pc:spChg>
        <pc:picChg chg="add mod">
          <ac:chgData name="Panagiotis Herodotou" userId="0b8fad50-1c08-48a8-90b9-05d71b208ccb" providerId="ADAL" clId="{EB2D1A47-2629-4A21-8D03-BC2D62F5A169}" dt="2024-12-21T16:17:34.273" v="2813" actId="1440"/>
          <ac:picMkLst>
            <pc:docMk/>
            <pc:sldMk cId="2532501766" sldId="349"/>
            <ac:picMk id="1026" creationId="{7E8CD560-2D07-D23C-6F78-85DF05A51E42}"/>
          </ac:picMkLst>
        </pc:picChg>
        <pc:picChg chg="add mod">
          <ac:chgData name="Panagiotis Herodotou" userId="0b8fad50-1c08-48a8-90b9-05d71b208ccb" providerId="ADAL" clId="{EB2D1A47-2629-4A21-8D03-BC2D62F5A169}" dt="2024-12-21T16:02:02.315" v="2226" actId="732"/>
          <ac:picMkLst>
            <pc:docMk/>
            <pc:sldMk cId="2532501766" sldId="349"/>
            <ac:picMk id="1030" creationId="{D9B26620-E81A-2D4D-3415-42953C060B58}"/>
          </ac:picMkLst>
        </pc:picChg>
        <pc:picChg chg="add mod">
          <ac:chgData name="Panagiotis Herodotou" userId="0b8fad50-1c08-48a8-90b9-05d71b208ccb" providerId="ADAL" clId="{EB2D1A47-2629-4A21-8D03-BC2D62F5A169}" dt="2024-12-21T15:59:53.418" v="2029" actId="1076"/>
          <ac:picMkLst>
            <pc:docMk/>
            <pc:sldMk cId="2532501766" sldId="349"/>
            <ac:picMk id="1032" creationId="{389D565F-94B8-4063-380A-8B78AC9BE5C2}"/>
          </ac:picMkLst>
        </pc:picChg>
        <pc:picChg chg="add mod">
          <ac:chgData name="Panagiotis Herodotou" userId="0b8fad50-1c08-48a8-90b9-05d71b208ccb" providerId="ADAL" clId="{EB2D1A47-2629-4A21-8D03-BC2D62F5A169}" dt="2024-12-21T15:59:56.257" v="2031" actId="688"/>
          <ac:picMkLst>
            <pc:docMk/>
            <pc:sldMk cId="2532501766" sldId="349"/>
            <ac:picMk id="1034" creationId="{9E3EA4C1-536C-924E-2E87-AFD41D79682F}"/>
          </ac:picMkLst>
        </pc:picChg>
      </pc:sldChg>
      <pc:sldChg chg="addSp modSp new mod ord">
        <pc:chgData name="Panagiotis Herodotou" userId="0b8fad50-1c08-48a8-90b9-05d71b208ccb" providerId="ADAL" clId="{EB2D1A47-2629-4A21-8D03-BC2D62F5A169}" dt="2024-12-22T10:22:28.271" v="2996" actId="20577"/>
        <pc:sldMkLst>
          <pc:docMk/>
          <pc:sldMk cId="1082745413" sldId="350"/>
        </pc:sldMkLst>
        <pc:spChg chg="mod">
          <ac:chgData name="Panagiotis Herodotou" userId="0b8fad50-1c08-48a8-90b9-05d71b208ccb" providerId="ADAL" clId="{EB2D1A47-2629-4A21-8D03-BC2D62F5A169}" dt="2024-12-21T16:20:47.311" v="2830" actId="20577"/>
          <ac:spMkLst>
            <pc:docMk/>
            <pc:sldMk cId="1082745413" sldId="350"/>
            <ac:spMk id="2" creationId="{95B84E98-E7C6-3846-A73E-ED3731A27A2F}"/>
          </ac:spMkLst>
        </pc:spChg>
        <pc:spChg chg="mod">
          <ac:chgData name="Panagiotis Herodotou" userId="0b8fad50-1c08-48a8-90b9-05d71b208ccb" providerId="ADAL" clId="{EB2D1A47-2629-4A21-8D03-BC2D62F5A169}" dt="2024-12-22T10:22:28.271" v="2996" actId="20577"/>
          <ac:spMkLst>
            <pc:docMk/>
            <pc:sldMk cId="1082745413" sldId="350"/>
            <ac:spMk id="3" creationId="{7BDA6497-473E-298F-F634-6ACE6BF8805D}"/>
          </ac:spMkLst>
        </pc:spChg>
        <pc:picChg chg="add mod">
          <ac:chgData name="Panagiotis Herodotou" userId="0b8fad50-1c08-48a8-90b9-05d71b208ccb" providerId="ADAL" clId="{EB2D1A47-2629-4A21-8D03-BC2D62F5A169}" dt="2024-12-21T16:42:51.669" v="2988" actId="1076"/>
          <ac:picMkLst>
            <pc:docMk/>
            <pc:sldMk cId="1082745413" sldId="350"/>
            <ac:picMk id="5122" creationId="{44BBB40A-C78B-ECE0-FD9E-8F1DBE7888D3}"/>
          </ac:picMkLst>
        </pc:picChg>
      </pc:sldChg>
      <pc:sldChg chg="addSp modSp new mod">
        <pc:chgData name="Panagiotis Herodotou" userId="0b8fad50-1c08-48a8-90b9-05d71b208ccb" providerId="ADAL" clId="{EB2D1A47-2629-4A21-8D03-BC2D62F5A169}" dt="2024-12-22T10:00:37.574" v="2995" actId="20577"/>
        <pc:sldMkLst>
          <pc:docMk/>
          <pc:sldMk cId="1423059791" sldId="351"/>
        </pc:sldMkLst>
        <pc:spChg chg="mod">
          <ac:chgData name="Panagiotis Herodotou" userId="0b8fad50-1c08-48a8-90b9-05d71b208ccb" providerId="ADAL" clId="{EB2D1A47-2629-4A21-8D03-BC2D62F5A169}" dt="2024-12-21T16:36:24.989" v="2939" actId="20577"/>
          <ac:spMkLst>
            <pc:docMk/>
            <pc:sldMk cId="1423059791" sldId="351"/>
            <ac:spMk id="2" creationId="{677A0D4B-C282-8CD2-CDA5-2C7E117BF034}"/>
          </ac:spMkLst>
        </pc:spChg>
        <pc:spChg chg="mod">
          <ac:chgData name="Panagiotis Herodotou" userId="0b8fad50-1c08-48a8-90b9-05d71b208ccb" providerId="ADAL" clId="{EB2D1A47-2629-4A21-8D03-BC2D62F5A169}" dt="2024-12-22T10:00:37.574" v="2995" actId="20577"/>
          <ac:spMkLst>
            <pc:docMk/>
            <pc:sldMk cId="1423059791" sldId="351"/>
            <ac:spMk id="3" creationId="{F7A84B5C-5F92-98A5-6CE9-F8747FE07ED9}"/>
          </ac:spMkLst>
        </pc:spChg>
        <pc:picChg chg="add mod">
          <ac:chgData name="Panagiotis Herodotou" userId="0b8fad50-1c08-48a8-90b9-05d71b208ccb" providerId="ADAL" clId="{EB2D1A47-2629-4A21-8D03-BC2D62F5A169}" dt="2024-12-21T16:39:42.552" v="2972" actId="1076"/>
          <ac:picMkLst>
            <pc:docMk/>
            <pc:sldMk cId="1423059791" sldId="351"/>
            <ac:picMk id="4098" creationId="{3609F9F1-A6DB-7A52-017B-945D10FDABD6}"/>
          </ac:picMkLst>
        </pc:picChg>
        <pc:picChg chg="add mod">
          <ac:chgData name="Panagiotis Herodotou" userId="0b8fad50-1c08-48a8-90b9-05d71b208ccb" providerId="ADAL" clId="{EB2D1A47-2629-4A21-8D03-BC2D62F5A169}" dt="2024-12-21T16:40:04.137" v="2975" actId="1076"/>
          <ac:picMkLst>
            <pc:docMk/>
            <pc:sldMk cId="1423059791" sldId="351"/>
            <ac:picMk id="4100" creationId="{6CFAC5D2-C7B5-8438-EFBB-AEAF25FD1DC3}"/>
          </ac:picMkLst>
        </pc:picChg>
      </pc:sldChg>
    </pc:docChg>
  </pc:docChgLst>
  <pc:docChgLst>
    <pc:chgData name="Panagiotis Herodotou" userId="0b8fad50-1c08-48a8-90b9-05d71b208ccb" providerId="ADAL" clId="{51DB6C59-ECC9-41E7-8143-7CE4D840CA3D}"/>
    <pc:docChg chg="undo redo custSel addSld delSld modSld">
      <pc:chgData name="Panagiotis Herodotou" userId="0b8fad50-1c08-48a8-90b9-05d71b208ccb" providerId="ADAL" clId="{51DB6C59-ECC9-41E7-8143-7CE4D840CA3D}" dt="2025-01-28T17:29:16.324" v="484" actId="20577"/>
      <pc:docMkLst>
        <pc:docMk/>
      </pc:docMkLst>
      <pc:sldChg chg="modNotesTx">
        <pc:chgData name="Panagiotis Herodotou" userId="0b8fad50-1c08-48a8-90b9-05d71b208ccb" providerId="ADAL" clId="{51DB6C59-ECC9-41E7-8143-7CE4D840CA3D}" dt="2025-01-28T17:28:34.540" v="476" actId="20577"/>
        <pc:sldMkLst>
          <pc:docMk/>
          <pc:sldMk cId="1912274229" sldId="256"/>
        </pc:sldMkLst>
      </pc:sldChg>
      <pc:sldChg chg="del">
        <pc:chgData name="Panagiotis Herodotou" userId="0b8fad50-1c08-48a8-90b9-05d71b208ccb" providerId="ADAL" clId="{51DB6C59-ECC9-41E7-8143-7CE4D840CA3D}" dt="2025-01-28T17:28:04.452" v="437" actId="47"/>
        <pc:sldMkLst>
          <pc:docMk/>
          <pc:sldMk cId="2496339423" sldId="341"/>
        </pc:sldMkLst>
      </pc:sldChg>
      <pc:sldChg chg="modSp mod">
        <pc:chgData name="Panagiotis Herodotou" userId="0b8fad50-1c08-48a8-90b9-05d71b208ccb" providerId="ADAL" clId="{51DB6C59-ECC9-41E7-8143-7CE4D840CA3D}" dt="2025-01-26T17:22:49.316" v="211" actId="20577"/>
        <pc:sldMkLst>
          <pc:docMk/>
          <pc:sldMk cId="94949753" sldId="344"/>
        </pc:sldMkLst>
        <pc:spChg chg="mod">
          <ac:chgData name="Panagiotis Herodotou" userId="0b8fad50-1c08-48a8-90b9-05d71b208ccb" providerId="ADAL" clId="{51DB6C59-ECC9-41E7-8143-7CE4D840CA3D}" dt="2025-01-26T17:22:49.316" v="211" actId="20577"/>
          <ac:spMkLst>
            <pc:docMk/>
            <pc:sldMk cId="94949753" sldId="344"/>
            <ac:spMk id="4" creationId="{43C215E8-24E7-7FD1-9453-81EC2BF6D281}"/>
          </ac:spMkLst>
        </pc:spChg>
      </pc:sldChg>
      <pc:sldChg chg="modSp mod modNotesTx">
        <pc:chgData name="Panagiotis Herodotou" userId="0b8fad50-1c08-48a8-90b9-05d71b208ccb" providerId="ADAL" clId="{51DB6C59-ECC9-41E7-8143-7CE4D840CA3D}" dt="2025-01-26T17:25:57.490" v="432" actId="20577"/>
        <pc:sldMkLst>
          <pc:docMk/>
          <pc:sldMk cId="3209918796" sldId="345"/>
        </pc:sldMkLst>
        <pc:spChg chg="mod">
          <ac:chgData name="Panagiotis Herodotou" userId="0b8fad50-1c08-48a8-90b9-05d71b208ccb" providerId="ADAL" clId="{51DB6C59-ECC9-41E7-8143-7CE4D840CA3D}" dt="2025-01-26T17:19:35.230" v="132" actId="403"/>
          <ac:spMkLst>
            <pc:docMk/>
            <pc:sldMk cId="3209918796" sldId="345"/>
            <ac:spMk id="3" creationId="{CBCBC495-8513-1A9F-FEA3-0C164BD09485}"/>
          </ac:spMkLst>
        </pc:spChg>
        <pc:picChg chg="mod">
          <ac:chgData name="Panagiotis Herodotou" userId="0b8fad50-1c08-48a8-90b9-05d71b208ccb" providerId="ADAL" clId="{51DB6C59-ECC9-41E7-8143-7CE4D840CA3D}" dt="2025-01-26T17:19:35.721" v="133" actId="1076"/>
          <ac:picMkLst>
            <pc:docMk/>
            <pc:sldMk cId="3209918796" sldId="345"/>
            <ac:picMk id="4" creationId="{BA67DB83-39B5-2646-5379-7BD5944F8DCD}"/>
          </ac:picMkLst>
        </pc:picChg>
      </pc:sldChg>
      <pc:sldChg chg="modSp mod modNotesTx">
        <pc:chgData name="Panagiotis Herodotou" userId="0b8fad50-1c08-48a8-90b9-05d71b208ccb" providerId="ADAL" clId="{51DB6C59-ECC9-41E7-8143-7CE4D840CA3D}" dt="2025-01-28T17:29:16.324" v="484" actId="20577"/>
        <pc:sldMkLst>
          <pc:docMk/>
          <pc:sldMk cId="1423059791" sldId="351"/>
        </pc:sldMkLst>
        <pc:spChg chg="mod">
          <ac:chgData name="Panagiotis Herodotou" userId="0b8fad50-1c08-48a8-90b9-05d71b208ccb" providerId="ADAL" clId="{51DB6C59-ECC9-41E7-8143-7CE4D840CA3D}" dt="2025-01-28T17:24:03.532" v="436" actId="20577"/>
          <ac:spMkLst>
            <pc:docMk/>
            <pc:sldMk cId="1423059791" sldId="351"/>
            <ac:spMk id="3" creationId="{F7A84B5C-5F92-98A5-6CE9-F8747FE07ED9}"/>
          </ac:spMkLst>
        </pc:spChg>
      </pc:sldChg>
      <pc:sldChg chg="modSp new del mod">
        <pc:chgData name="Panagiotis Herodotou" userId="0b8fad50-1c08-48a8-90b9-05d71b208ccb" providerId="ADAL" clId="{51DB6C59-ECC9-41E7-8143-7CE4D840CA3D}" dt="2025-01-26T17:22:58.170" v="212" actId="47"/>
        <pc:sldMkLst>
          <pc:docMk/>
          <pc:sldMk cId="137509665" sldId="352"/>
        </pc:sldMkLst>
      </pc:sldChg>
    </pc:docChg>
  </pc:docChgLst>
  <pc:docChgLst>
    <pc:chgData name="Panagiotis Herodotou" userId="0b8fad50-1c08-48a8-90b9-05d71b208ccb" providerId="ADAL" clId="{030EC875-40C4-4EC6-9916-9AF0EB9CC052}"/>
    <pc:docChg chg="undo custSel addSld delSld modSld sldOrd">
      <pc:chgData name="Panagiotis Herodotou" userId="0b8fad50-1c08-48a8-90b9-05d71b208ccb" providerId="ADAL" clId="{030EC875-40C4-4EC6-9916-9AF0EB9CC052}" dt="2024-12-21T11:41:05.009" v="814" actId="47"/>
      <pc:docMkLst>
        <pc:docMk/>
      </pc:docMkLst>
      <pc:sldChg chg="addSp delSp modSp mod setBg modNotesTx">
        <pc:chgData name="Panagiotis Herodotou" userId="0b8fad50-1c08-48a8-90b9-05d71b208ccb" providerId="ADAL" clId="{030EC875-40C4-4EC6-9916-9AF0EB9CC052}" dt="2024-12-21T11:33:02.524" v="725" actId="1076"/>
        <pc:sldMkLst>
          <pc:docMk/>
          <pc:sldMk cId="1912274229" sldId="256"/>
        </pc:sldMkLst>
        <pc:spChg chg="mod">
          <ac:chgData name="Panagiotis Herodotou" userId="0b8fad50-1c08-48a8-90b9-05d71b208ccb" providerId="ADAL" clId="{030EC875-40C4-4EC6-9916-9AF0EB9CC052}" dt="2024-12-21T11:32:13.739" v="710" actId="1076"/>
          <ac:spMkLst>
            <pc:docMk/>
            <pc:sldMk cId="1912274229" sldId="256"/>
            <ac:spMk id="2" creationId="{3C474C63-85F2-6C86-8078-D4AEFE9C1574}"/>
          </ac:spMkLst>
        </pc:spChg>
        <pc:spChg chg="mod">
          <ac:chgData name="Panagiotis Herodotou" userId="0b8fad50-1c08-48a8-90b9-05d71b208ccb" providerId="ADAL" clId="{030EC875-40C4-4EC6-9916-9AF0EB9CC052}" dt="2024-12-21T11:31:24.185" v="694" actId="26606"/>
          <ac:spMkLst>
            <pc:docMk/>
            <pc:sldMk cId="1912274229" sldId="256"/>
            <ac:spMk id="3" creationId="{1051EA02-EF7E-DB99-E8F8-C9956E8E8052}"/>
          </ac:spMkLst>
        </pc:spChg>
        <pc:spChg chg="add">
          <ac:chgData name="Panagiotis Herodotou" userId="0b8fad50-1c08-48a8-90b9-05d71b208ccb" providerId="ADAL" clId="{030EC875-40C4-4EC6-9916-9AF0EB9CC052}" dt="2024-12-21T11:31:24.185" v="694" actId="26606"/>
          <ac:spMkLst>
            <pc:docMk/>
            <pc:sldMk cId="1912274229" sldId="256"/>
            <ac:spMk id="1035" creationId="{8B330648-BE73-41A0-9F64-E5B1075E2C2D}"/>
          </ac:spMkLst>
        </pc:spChg>
        <pc:spChg chg="add">
          <ac:chgData name="Panagiotis Herodotou" userId="0b8fad50-1c08-48a8-90b9-05d71b208ccb" providerId="ADAL" clId="{030EC875-40C4-4EC6-9916-9AF0EB9CC052}" dt="2024-12-21T11:31:24.185" v="694" actId="26606"/>
          <ac:spMkLst>
            <pc:docMk/>
            <pc:sldMk cId="1912274229" sldId="256"/>
            <ac:spMk id="1039" creationId="{02C3C01D-C868-4B78-9A8F-417BF50A429B}"/>
          </ac:spMkLst>
        </pc:spChg>
        <pc:spChg chg="add">
          <ac:chgData name="Panagiotis Herodotou" userId="0b8fad50-1c08-48a8-90b9-05d71b208ccb" providerId="ADAL" clId="{030EC875-40C4-4EC6-9916-9AF0EB9CC052}" dt="2024-12-21T11:31:24.185" v="694" actId="26606"/>
          <ac:spMkLst>
            <pc:docMk/>
            <pc:sldMk cId="1912274229" sldId="256"/>
            <ac:spMk id="1041" creationId="{8345B934-7CE4-4DA7-A0CB-2A2DF8818CE1}"/>
          </ac:spMkLst>
        </pc:spChg>
        <pc:picChg chg="add mod">
          <ac:chgData name="Panagiotis Herodotou" userId="0b8fad50-1c08-48a8-90b9-05d71b208ccb" providerId="ADAL" clId="{030EC875-40C4-4EC6-9916-9AF0EB9CC052}" dt="2024-12-21T11:32:15.316" v="712" actId="1076"/>
          <ac:picMkLst>
            <pc:docMk/>
            <pc:sldMk cId="1912274229" sldId="256"/>
            <ac:picMk id="1028" creationId="{90391A5C-9178-31D3-9772-86C1C304EB1E}"/>
          </ac:picMkLst>
        </pc:picChg>
        <pc:picChg chg="add mod">
          <ac:chgData name="Panagiotis Herodotou" userId="0b8fad50-1c08-48a8-90b9-05d71b208ccb" providerId="ADAL" clId="{030EC875-40C4-4EC6-9916-9AF0EB9CC052}" dt="2024-12-21T11:33:02.524" v="725" actId="1076"/>
          <ac:picMkLst>
            <pc:docMk/>
            <pc:sldMk cId="1912274229" sldId="256"/>
            <ac:picMk id="1030" creationId="{5F7BCB09-9787-E1FF-E45E-E080E6E057E2}"/>
          </ac:picMkLst>
        </pc:picChg>
        <pc:picChg chg="add mod">
          <ac:chgData name="Panagiotis Herodotou" userId="0b8fad50-1c08-48a8-90b9-05d71b208ccb" providerId="ADAL" clId="{030EC875-40C4-4EC6-9916-9AF0EB9CC052}" dt="2024-12-21T11:33:01.236" v="724" actId="1076"/>
          <ac:picMkLst>
            <pc:docMk/>
            <pc:sldMk cId="1912274229" sldId="256"/>
            <ac:picMk id="1032" creationId="{38897847-1541-CFA8-CE39-55980D09007E}"/>
          </ac:picMkLst>
        </pc:picChg>
        <pc:cxnChg chg="add">
          <ac:chgData name="Panagiotis Herodotou" userId="0b8fad50-1c08-48a8-90b9-05d71b208ccb" providerId="ADAL" clId="{030EC875-40C4-4EC6-9916-9AF0EB9CC052}" dt="2024-12-21T11:31:24.185" v="694" actId="26606"/>
          <ac:cxnSpMkLst>
            <pc:docMk/>
            <pc:sldMk cId="1912274229" sldId="256"/>
            <ac:cxnSpMk id="1037" creationId="{6DAFB303-4B24-485A-B806-C147A23632BD}"/>
          </ac:cxnSpMkLst>
        </pc:cxnChg>
      </pc:sldChg>
      <pc:sldChg chg="del">
        <pc:chgData name="Panagiotis Herodotou" userId="0b8fad50-1c08-48a8-90b9-05d71b208ccb" providerId="ADAL" clId="{030EC875-40C4-4EC6-9916-9AF0EB9CC052}" dt="2024-12-21T11:25:21.205" v="415" actId="47"/>
        <pc:sldMkLst>
          <pc:docMk/>
          <pc:sldMk cId="309595393" sldId="258"/>
        </pc:sldMkLst>
      </pc:sldChg>
      <pc:sldChg chg="del">
        <pc:chgData name="Panagiotis Herodotou" userId="0b8fad50-1c08-48a8-90b9-05d71b208ccb" providerId="ADAL" clId="{030EC875-40C4-4EC6-9916-9AF0EB9CC052}" dt="2024-12-21T11:25:21.429" v="416" actId="47"/>
        <pc:sldMkLst>
          <pc:docMk/>
          <pc:sldMk cId="4098410059" sldId="259"/>
        </pc:sldMkLst>
      </pc:sldChg>
      <pc:sldChg chg="del">
        <pc:chgData name="Panagiotis Herodotou" userId="0b8fad50-1c08-48a8-90b9-05d71b208ccb" providerId="ADAL" clId="{030EC875-40C4-4EC6-9916-9AF0EB9CC052}" dt="2024-12-21T11:25:22.293" v="417" actId="47"/>
        <pc:sldMkLst>
          <pc:docMk/>
          <pc:sldMk cId="590549076" sldId="319"/>
        </pc:sldMkLst>
      </pc:sldChg>
      <pc:sldChg chg="del">
        <pc:chgData name="Panagiotis Herodotou" userId="0b8fad50-1c08-48a8-90b9-05d71b208ccb" providerId="ADAL" clId="{030EC875-40C4-4EC6-9916-9AF0EB9CC052}" dt="2024-12-21T11:25:22.604" v="418" actId="47"/>
        <pc:sldMkLst>
          <pc:docMk/>
          <pc:sldMk cId="2994738546" sldId="320"/>
        </pc:sldMkLst>
      </pc:sldChg>
      <pc:sldChg chg="modSp mod ord">
        <pc:chgData name="Panagiotis Herodotou" userId="0b8fad50-1c08-48a8-90b9-05d71b208ccb" providerId="ADAL" clId="{030EC875-40C4-4EC6-9916-9AF0EB9CC052}" dt="2024-12-21T11:36:03.904" v="762"/>
        <pc:sldMkLst>
          <pc:docMk/>
          <pc:sldMk cId="2023408695" sldId="322"/>
        </pc:sldMkLst>
      </pc:sldChg>
      <pc:sldChg chg="del">
        <pc:chgData name="Panagiotis Herodotou" userId="0b8fad50-1c08-48a8-90b9-05d71b208ccb" providerId="ADAL" clId="{030EC875-40C4-4EC6-9916-9AF0EB9CC052}" dt="2024-12-21T11:25:29.711" v="420" actId="47"/>
        <pc:sldMkLst>
          <pc:docMk/>
          <pc:sldMk cId="2038919843" sldId="323"/>
        </pc:sldMkLst>
      </pc:sldChg>
      <pc:sldChg chg="del">
        <pc:chgData name="Panagiotis Herodotou" userId="0b8fad50-1c08-48a8-90b9-05d71b208ccb" providerId="ADAL" clId="{030EC875-40C4-4EC6-9916-9AF0EB9CC052}" dt="2024-12-21T11:25:26.270" v="419" actId="47"/>
        <pc:sldMkLst>
          <pc:docMk/>
          <pc:sldMk cId="1111331488" sldId="324"/>
        </pc:sldMkLst>
      </pc:sldChg>
      <pc:sldChg chg="del">
        <pc:chgData name="Panagiotis Herodotou" userId="0b8fad50-1c08-48a8-90b9-05d71b208ccb" providerId="ADAL" clId="{030EC875-40C4-4EC6-9916-9AF0EB9CC052}" dt="2024-12-21T11:25:30.548" v="422" actId="47"/>
        <pc:sldMkLst>
          <pc:docMk/>
          <pc:sldMk cId="3668904314" sldId="325"/>
        </pc:sldMkLst>
      </pc:sldChg>
      <pc:sldChg chg="del">
        <pc:chgData name="Panagiotis Herodotou" userId="0b8fad50-1c08-48a8-90b9-05d71b208ccb" providerId="ADAL" clId="{030EC875-40C4-4EC6-9916-9AF0EB9CC052}" dt="2024-12-21T11:25:19.120" v="414" actId="47"/>
        <pc:sldMkLst>
          <pc:docMk/>
          <pc:sldMk cId="529525903" sldId="326"/>
        </pc:sldMkLst>
      </pc:sldChg>
      <pc:sldChg chg="del">
        <pc:chgData name="Panagiotis Herodotou" userId="0b8fad50-1c08-48a8-90b9-05d71b208ccb" providerId="ADAL" clId="{030EC875-40C4-4EC6-9916-9AF0EB9CC052}" dt="2024-12-21T11:25:18.866" v="413" actId="47"/>
        <pc:sldMkLst>
          <pc:docMk/>
          <pc:sldMk cId="213343424" sldId="327"/>
        </pc:sldMkLst>
      </pc:sldChg>
      <pc:sldChg chg="modSp del mod">
        <pc:chgData name="Panagiotis Herodotou" userId="0b8fad50-1c08-48a8-90b9-05d71b208ccb" providerId="ADAL" clId="{030EC875-40C4-4EC6-9916-9AF0EB9CC052}" dt="2024-12-21T11:41:04.031" v="813" actId="47"/>
        <pc:sldMkLst>
          <pc:docMk/>
          <pc:sldMk cId="286372012" sldId="329"/>
        </pc:sldMkLst>
      </pc:sldChg>
      <pc:sldChg chg="del">
        <pc:chgData name="Panagiotis Herodotou" userId="0b8fad50-1c08-48a8-90b9-05d71b208ccb" providerId="ADAL" clId="{030EC875-40C4-4EC6-9916-9AF0EB9CC052}" dt="2024-12-21T11:25:36.968" v="425" actId="47"/>
        <pc:sldMkLst>
          <pc:docMk/>
          <pc:sldMk cId="2849041210" sldId="331"/>
        </pc:sldMkLst>
      </pc:sldChg>
      <pc:sldChg chg="del">
        <pc:chgData name="Panagiotis Herodotou" userId="0b8fad50-1c08-48a8-90b9-05d71b208ccb" providerId="ADAL" clId="{030EC875-40C4-4EC6-9916-9AF0EB9CC052}" dt="2024-12-21T11:25:32.615" v="424" actId="47"/>
        <pc:sldMkLst>
          <pc:docMk/>
          <pc:sldMk cId="1682109083" sldId="332"/>
        </pc:sldMkLst>
      </pc:sldChg>
      <pc:sldChg chg="del">
        <pc:chgData name="Panagiotis Herodotou" userId="0b8fad50-1c08-48a8-90b9-05d71b208ccb" providerId="ADAL" clId="{030EC875-40C4-4EC6-9916-9AF0EB9CC052}" dt="2024-12-21T11:25:37.471" v="426" actId="47"/>
        <pc:sldMkLst>
          <pc:docMk/>
          <pc:sldMk cId="1498520135" sldId="333"/>
        </pc:sldMkLst>
      </pc:sldChg>
      <pc:sldChg chg="del">
        <pc:chgData name="Panagiotis Herodotou" userId="0b8fad50-1c08-48a8-90b9-05d71b208ccb" providerId="ADAL" clId="{030EC875-40C4-4EC6-9916-9AF0EB9CC052}" dt="2024-12-21T11:25:29.916" v="421" actId="47"/>
        <pc:sldMkLst>
          <pc:docMk/>
          <pc:sldMk cId="3955111320" sldId="334"/>
        </pc:sldMkLst>
      </pc:sldChg>
      <pc:sldChg chg="del">
        <pc:chgData name="Panagiotis Herodotou" userId="0b8fad50-1c08-48a8-90b9-05d71b208ccb" providerId="ADAL" clId="{030EC875-40C4-4EC6-9916-9AF0EB9CC052}" dt="2024-12-21T11:25:31.415" v="423" actId="47"/>
        <pc:sldMkLst>
          <pc:docMk/>
          <pc:sldMk cId="4007445142" sldId="335"/>
        </pc:sldMkLst>
      </pc:sldChg>
      <pc:sldChg chg="modSp new del mod modNotesTx">
        <pc:chgData name="Panagiotis Herodotou" userId="0b8fad50-1c08-48a8-90b9-05d71b208ccb" providerId="ADAL" clId="{030EC875-40C4-4EC6-9916-9AF0EB9CC052}" dt="2024-12-21T11:38:30.408" v="803" actId="47"/>
        <pc:sldMkLst>
          <pc:docMk/>
          <pc:sldMk cId="2750413581" sldId="336"/>
        </pc:sldMkLst>
      </pc:sldChg>
      <pc:sldChg chg="modSp new mod modNotesTx">
        <pc:chgData name="Panagiotis Herodotou" userId="0b8fad50-1c08-48a8-90b9-05d71b208ccb" providerId="ADAL" clId="{030EC875-40C4-4EC6-9916-9AF0EB9CC052}" dt="2024-12-21T11:38:40.374" v="806" actId="20577"/>
        <pc:sldMkLst>
          <pc:docMk/>
          <pc:sldMk cId="4266541275" sldId="337"/>
        </pc:sldMkLst>
      </pc:sldChg>
      <pc:sldChg chg="addSp delSp modSp new mod modNotesTx">
        <pc:chgData name="Panagiotis Herodotou" userId="0b8fad50-1c08-48a8-90b9-05d71b208ccb" providerId="ADAL" clId="{030EC875-40C4-4EC6-9916-9AF0EB9CC052}" dt="2024-12-21T11:38:51.451" v="807"/>
        <pc:sldMkLst>
          <pc:docMk/>
          <pc:sldMk cId="1807734263" sldId="338"/>
        </pc:sldMkLst>
      </pc:sldChg>
      <pc:sldChg chg="addSp delSp modSp new mod">
        <pc:chgData name="Panagiotis Herodotou" userId="0b8fad50-1c08-48a8-90b9-05d71b208ccb" providerId="ADAL" clId="{030EC875-40C4-4EC6-9916-9AF0EB9CC052}" dt="2024-12-21T11:38:58.364" v="808" actId="6549"/>
        <pc:sldMkLst>
          <pc:docMk/>
          <pc:sldMk cId="2500038018" sldId="339"/>
        </pc:sldMkLst>
      </pc:sldChg>
      <pc:sldChg chg="addSp delSp modSp new mod ord">
        <pc:chgData name="Panagiotis Herodotou" userId="0b8fad50-1c08-48a8-90b9-05d71b208ccb" providerId="ADAL" clId="{030EC875-40C4-4EC6-9916-9AF0EB9CC052}" dt="2024-12-21T11:39:02.554" v="809" actId="6549"/>
        <pc:sldMkLst>
          <pc:docMk/>
          <pc:sldMk cId="2606792929" sldId="340"/>
        </pc:sldMkLst>
      </pc:sldChg>
      <pc:sldChg chg="new del">
        <pc:chgData name="Panagiotis Herodotou" userId="0b8fad50-1c08-48a8-90b9-05d71b208ccb" providerId="ADAL" clId="{030EC875-40C4-4EC6-9916-9AF0EB9CC052}" dt="2024-12-21T11:41:05.009" v="814" actId="47"/>
        <pc:sldMkLst>
          <pc:docMk/>
          <pc:sldMk cId="304982056" sldId="341"/>
        </pc:sldMkLst>
      </pc:sldChg>
    </pc:docChg>
  </pc:docChgLst>
  <pc:docChgLst>
    <pc:chgData name="Panagiotis Herodotou" userId="0b8fad50-1c08-48a8-90b9-05d71b208ccb" providerId="ADAL" clId="{FCE1705E-422A-4547-9F8F-2CA1C74CCD44}"/>
    <pc:docChg chg="undo custSel addSld delSld modSld sldOrd">
      <pc:chgData name="Panagiotis Herodotou" userId="0b8fad50-1c08-48a8-90b9-05d71b208ccb" providerId="ADAL" clId="{FCE1705E-422A-4547-9F8F-2CA1C74CCD44}" dt="2024-04-19T13:39:28.302" v="1658" actId="20577"/>
      <pc:docMkLst>
        <pc:docMk/>
      </pc:docMkLst>
      <pc:sldChg chg="addSp delSp modSp mod setBg addAnim delAnim setClrOvrMap">
        <pc:chgData name="Panagiotis Herodotou" userId="0b8fad50-1c08-48a8-90b9-05d71b208ccb" providerId="ADAL" clId="{FCE1705E-422A-4547-9F8F-2CA1C74CCD44}" dt="2024-04-18T10:34:47.957" v="1441" actId="26606"/>
        <pc:sldMkLst>
          <pc:docMk/>
          <pc:sldMk cId="1912274229" sldId="256"/>
        </pc:sldMkLst>
      </pc:sldChg>
      <pc:sldChg chg="addSp delSp modSp mod">
        <pc:chgData name="Panagiotis Herodotou" userId="0b8fad50-1c08-48a8-90b9-05d71b208ccb" providerId="ADAL" clId="{FCE1705E-422A-4547-9F8F-2CA1C74CCD44}" dt="2024-04-19T13:39:28.302" v="1658" actId="20577"/>
        <pc:sldMkLst>
          <pc:docMk/>
          <pc:sldMk cId="2023408695" sldId="322"/>
        </pc:sldMkLst>
      </pc:sldChg>
      <pc:sldChg chg="modSp mod modNotesTx">
        <pc:chgData name="Panagiotis Herodotou" userId="0b8fad50-1c08-48a8-90b9-05d71b208ccb" providerId="ADAL" clId="{FCE1705E-422A-4547-9F8F-2CA1C74CCD44}" dt="2024-04-18T08:40:42.845" v="1107" actId="5793"/>
        <pc:sldMkLst>
          <pc:docMk/>
          <pc:sldMk cId="2038919843" sldId="323"/>
        </pc:sldMkLst>
      </pc:sldChg>
      <pc:sldChg chg="addSp delSp mod modShow">
        <pc:chgData name="Panagiotis Herodotou" userId="0b8fad50-1c08-48a8-90b9-05d71b208ccb" providerId="ADAL" clId="{FCE1705E-422A-4547-9F8F-2CA1C74CCD44}" dt="2024-04-18T08:07:19.307" v="302" actId="729"/>
        <pc:sldMkLst>
          <pc:docMk/>
          <pc:sldMk cId="1111331488" sldId="324"/>
        </pc:sldMkLst>
      </pc:sldChg>
      <pc:sldChg chg="modSp mod">
        <pc:chgData name="Panagiotis Herodotou" userId="0b8fad50-1c08-48a8-90b9-05d71b208ccb" providerId="ADAL" clId="{FCE1705E-422A-4547-9F8F-2CA1C74CCD44}" dt="2024-04-18T08:43:48.549" v="1132"/>
        <pc:sldMkLst>
          <pc:docMk/>
          <pc:sldMk cId="3668904314" sldId="325"/>
        </pc:sldMkLst>
      </pc:sldChg>
      <pc:sldChg chg="modSp mod modNotesTx">
        <pc:chgData name="Panagiotis Herodotou" userId="0b8fad50-1c08-48a8-90b9-05d71b208ccb" providerId="ADAL" clId="{FCE1705E-422A-4547-9F8F-2CA1C74CCD44}" dt="2024-04-18T10:34:18.112" v="1437" actId="1076"/>
        <pc:sldMkLst>
          <pc:docMk/>
          <pc:sldMk cId="529525903" sldId="326"/>
        </pc:sldMkLst>
      </pc:sldChg>
      <pc:sldChg chg="addSp delSp modSp mod">
        <pc:chgData name="Panagiotis Herodotou" userId="0b8fad50-1c08-48a8-90b9-05d71b208ccb" providerId="ADAL" clId="{FCE1705E-422A-4547-9F8F-2CA1C74CCD44}" dt="2024-04-19T10:03:49.975" v="1649" actId="20577"/>
        <pc:sldMkLst>
          <pc:docMk/>
          <pc:sldMk cId="286372012" sldId="329"/>
        </pc:sldMkLst>
      </pc:sldChg>
      <pc:sldChg chg="addSp delSp modSp mod setBg modNotesTx">
        <pc:chgData name="Panagiotis Herodotou" userId="0b8fad50-1c08-48a8-90b9-05d71b208ccb" providerId="ADAL" clId="{FCE1705E-422A-4547-9F8F-2CA1C74CCD44}" dt="2024-04-19T10:04:36.127" v="1654" actId="20577"/>
        <pc:sldMkLst>
          <pc:docMk/>
          <pc:sldMk cId="2849041210" sldId="331"/>
        </pc:sldMkLst>
      </pc:sldChg>
      <pc:sldChg chg="modSp mod">
        <pc:chgData name="Panagiotis Herodotou" userId="0b8fad50-1c08-48a8-90b9-05d71b208ccb" providerId="ADAL" clId="{FCE1705E-422A-4547-9F8F-2CA1C74CCD44}" dt="2024-04-19T08:27:59.276" v="1555"/>
        <pc:sldMkLst>
          <pc:docMk/>
          <pc:sldMk cId="1498520135" sldId="333"/>
        </pc:sldMkLst>
      </pc:sldChg>
      <pc:sldChg chg="del">
        <pc:chgData name="Panagiotis Herodotou" userId="0b8fad50-1c08-48a8-90b9-05d71b208ccb" providerId="ADAL" clId="{FCE1705E-422A-4547-9F8F-2CA1C74CCD44}" dt="2024-04-16T13:14:44.601" v="0" actId="47"/>
        <pc:sldMkLst>
          <pc:docMk/>
          <pc:sldMk cId="1753579364" sldId="334"/>
        </pc:sldMkLst>
      </pc:sldChg>
      <pc:sldChg chg="modSp add mod ord modShow">
        <pc:chgData name="Panagiotis Herodotou" userId="0b8fad50-1c08-48a8-90b9-05d71b208ccb" providerId="ADAL" clId="{FCE1705E-422A-4547-9F8F-2CA1C74CCD44}" dt="2024-04-18T08:42:56.883" v="1128" actId="20577"/>
        <pc:sldMkLst>
          <pc:docMk/>
          <pc:sldMk cId="3955111320" sldId="334"/>
        </pc:sldMkLst>
      </pc:sldChg>
      <pc:sldChg chg="add mod modShow">
        <pc:chgData name="Panagiotis Herodotou" userId="0b8fad50-1c08-48a8-90b9-05d71b208ccb" providerId="ADAL" clId="{FCE1705E-422A-4547-9F8F-2CA1C74CCD44}" dt="2024-04-18T08:12:26.848" v="354" actId="729"/>
        <pc:sldMkLst>
          <pc:docMk/>
          <pc:sldMk cId="4007445142" sldId="335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4079215868" sldId="335"/>
        </pc:sldMkLst>
      </pc:sldChg>
      <pc:sldChg chg="new del">
        <pc:chgData name="Panagiotis Herodotou" userId="0b8fad50-1c08-48a8-90b9-05d71b208ccb" providerId="ADAL" clId="{FCE1705E-422A-4547-9F8F-2CA1C74CCD44}" dt="2024-04-18T08:57:01.214" v="1216" actId="47"/>
        <pc:sldMkLst>
          <pc:docMk/>
          <pc:sldMk cId="162719929" sldId="336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3021813187" sldId="336"/>
        </pc:sldMkLst>
      </pc:sldChg>
      <pc:sldChg chg="addSp delSp modSp add del mod">
        <pc:chgData name="Panagiotis Herodotou" userId="0b8fad50-1c08-48a8-90b9-05d71b208ccb" providerId="ADAL" clId="{FCE1705E-422A-4547-9F8F-2CA1C74CCD44}" dt="2024-04-18T08:59:00.927" v="1226" actId="47"/>
        <pc:sldMkLst>
          <pc:docMk/>
          <pc:sldMk cId="4007457552" sldId="337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2669680204" sldId="338"/>
        </pc:sldMkLst>
      </pc:sldChg>
      <pc:sldChg chg="addSp delSp modSp add del mod">
        <pc:chgData name="Panagiotis Herodotou" userId="0b8fad50-1c08-48a8-90b9-05d71b208ccb" providerId="ADAL" clId="{FCE1705E-422A-4547-9F8F-2CA1C74CCD44}" dt="2024-04-18T08:59:00.927" v="1226" actId="47"/>
        <pc:sldMkLst>
          <pc:docMk/>
          <pc:sldMk cId="1164722527" sldId="339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1390975305" sldId="340"/>
        </pc:sldMkLst>
      </pc:sldChg>
      <pc:sldChg chg="add del">
        <pc:chgData name="Panagiotis Herodotou" userId="0b8fad50-1c08-48a8-90b9-05d71b208ccb" providerId="ADAL" clId="{FCE1705E-422A-4547-9F8F-2CA1C74CCD44}" dt="2024-04-18T08:56:54.419" v="1214" actId="47"/>
        <pc:sldMkLst>
          <pc:docMk/>
          <pc:sldMk cId="3602553880" sldId="340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2682360347" sldId="342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2385452880" sldId="343"/>
        </pc:sldMkLst>
      </pc:sldChg>
      <pc:sldChg chg="add del">
        <pc:chgData name="Panagiotis Herodotou" userId="0b8fad50-1c08-48a8-90b9-05d71b208ccb" providerId="ADAL" clId="{FCE1705E-422A-4547-9F8F-2CA1C74CCD44}" dt="2024-04-18T08:59:00.927" v="1226" actId="47"/>
        <pc:sldMkLst>
          <pc:docMk/>
          <pc:sldMk cId="2536792888" sldId="344"/>
        </pc:sldMkLst>
      </pc:sldChg>
      <pc:sldChg chg="delSp modSp add del mod setBg delDesignElem">
        <pc:chgData name="Panagiotis Herodotou" userId="0b8fad50-1c08-48a8-90b9-05d71b208ccb" providerId="ADAL" clId="{FCE1705E-422A-4547-9F8F-2CA1C74CCD44}" dt="2024-04-18T08:59:00.927" v="1226" actId="47"/>
        <pc:sldMkLst>
          <pc:docMk/>
          <pc:sldMk cId="1258336631" sldId="34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hyperlink" Target="mailto:pherod01@ucy.ac.cy" TargetMode="Externa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5" Type="http://schemas.openxmlformats.org/officeDocument/2006/relationships/hyperlink" Target="mailto:pherod01@ucy.ac.cy" TargetMode="External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C5B880-F688-4765-8301-967F6F5CF81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48A033-6F55-4680-B7D8-AD874A54519C}">
      <dgm:prSet/>
      <dgm:spPr/>
      <dgm:t>
        <a:bodyPr/>
        <a:lstStyle/>
        <a:p>
          <a:pPr>
            <a:lnSpc>
              <a:spcPct val="100000"/>
            </a:lnSpc>
          </a:pPr>
          <a:r>
            <a:rPr lang="en-NL" dirty="0"/>
            <a:t>Panagiotis Herodotou</a:t>
          </a:r>
        </a:p>
        <a:p>
          <a:pPr>
            <a:lnSpc>
              <a:spcPct val="100000"/>
            </a:lnSpc>
          </a:pPr>
          <a:r>
            <a:rPr lang="en-NL"/>
            <a:t>Special Scientist</a:t>
          </a:r>
          <a:endParaRPr lang="en-US" dirty="0"/>
        </a:p>
      </dgm:t>
    </dgm:pt>
    <dgm:pt modelId="{794A75FF-AF43-418B-8BB4-61E91CE85EEC}" type="parTrans" cxnId="{A1AAE124-758F-43C1-8859-FEF52FFCF564}">
      <dgm:prSet/>
      <dgm:spPr/>
      <dgm:t>
        <a:bodyPr/>
        <a:lstStyle/>
        <a:p>
          <a:endParaRPr lang="en-US"/>
        </a:p>
      </dgm:t>
    </dgm:pt>
    <dgm:pt modelId="{D0428080-26C8-4055-A289-E09131408930}" type="sibTrans" cxnId="{A1AAE124-758F-43C1-8859-FEF52FFCF5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07B6B1E-5210-4DA4-A644-6A314A1A1918}">
      <dgm:prSet/>
      <dgm:spPr/>
      <dgm:t>
        <a:bodyPr/>
        <a:lstStyle/>
        <a:p>
          <a:pPr>
            <a:lnSpc>
              <a:spcPct val="100000"/>
            </a:lnSpc>
          </a:pPr>
          <a:r>
            <a:rPr lang="en-NL" dirty="0">
              <a:hlinkClick xmlns:r="http://schemas.openxmlformats.org/officeDocument/2006/relationships" r:id="rId1"/>
            </a:rPr>
            <a:t>pherod01@ucy.ac.cy</a:t>
          </a:r>
          <a:endParaRPr lang="en-NL" dirty="0"/>
        </a:p>
        <a:p>
          <a:pPr>
            <a:lnSpc>
              <a:spcPct val="100000"/>
            </a:lnSpc>
          </a:pPr>
          <a:r>
            <a:rPr lang="en-NL" dirty="0"/>
            <a:t>94055169</a:t>
          </a:r>
          <a:endParaRPr lang="en-US" dirty="0"/>
        </a:p>
      </dgm:t>
    </dgm:pt>
    <dgm:pt modelId="{4820D898-94A5-4A2F-A434-8326F43EBD8B}" type="parTrans" cxnId="{D40137D7-F696-4065-977E-89AE1B5863A0}">
      <dgm:prSet/>
      <dgm:spPr/>
      <dgm:t>
        <a:bodyPr/>
        <a:lstStyle/>
        <a:p>
          <a:endParaRPr lang="en-US"/>
        </a:p>
      </dgm:t>
    </dgm:pt>
    <dgm:pt modelId="{EDF637FE-A34B-4889-A35B-50D95587043D}" type="sibTrans" cxnId="{D40137D7-F696-4065-977E-89AE1B5863A0}">
      <dgm:prSet/>
      <dgm:spPr/>
      <dgm:t>
        <a:bodyPr/>
        <a:lstStyle/>
        <a:p>
          <a:endParaRPr lang="en-US"/>
        </a:p>
      </dgm:t>
    </dgm:pt>
    <dgm:pt modelId="{D5EF9653-D345-49DF-8141-E108592FCFF4}" type="pres">
      <dgm:prSet presAssocID="{51C5B880-F688-4765-8301-967F6F5CF81B}" presName="root" presStyleCnt="0">
        <dgm:presLayoutVars>
          <dgm:dir/>
          <dgm:resizeHandles val="exact"/>
        </dgm:presLayoutVars>
      </dgm:prSet>
      <dgm:spPr/>
    </dgm:pt>
    <dgm:pt modelId="{FCF67551-7A24-40D4-A1D7-FDAC933AE188}" type="pres">
      <dgm:prSet presAssocID="{51C5B880-F688-4765-8301-967F6F5CF81B}" presName="container" presStyleCnt="0">
        <dgm:presLayoutVars>
          <dgm:dir/>
          <dgm:resizeHandles val="exact"/>
        </dgm:presLayoutVars>
      </dgm:prSet>
      <dgm:spPr/>
    </dgm:pt>
    <dgm:pt modelId="{60073302-03C9-4D70-9A3B-60C0EC325916}" type="pres">
      <dgm:prSet presAssocID="{1648A033-6F55-4680-B7D8-AD874A54519C}" presName="compNode" presStyleCnt="0"/>
      <dgm:spPr/>
    </dgm:pt>
    <dgm:pt modelId="{5E345AF3-BD13-491F-A7D7-DFDC01AFA5F0}" type="pres">
      <dgm:prSet presAssocID="{1648A033-6F55-4680-B7D8-AD874A54519C}" presName="iconBgRect" presStyleLbl="bgShp" presStyleIdx="0" presStyleCnt="2"/>
      <dgm:spPr/>
    </dgm:pt>
    <dgm:pt modelId="{30CD13F6-DEDF-4A0B-BDAE-62861A1E23D1}" type="pres">
      <dgm:prSet presAssocID="{1648A033-6F55-4680-B7D8-AD874A54519C}" presName="iconRect" presStyleLbl="node1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B5239BD-0FB6-4DF0-9771-373F29C4C444}" type="pres">
      <dgm:prSet presAssocID="{1648A033-6F55-4680-B7D8-AD874A54519C}" presName="spaceRect" presStyleCnt="0"/>
      <dgm:spPr/>
    </dgm:pt>
    <dgm:pt modelId="{AD6D4FD7-C5D4-4FE2-A6E3-231032AFBD1E}" type="pres">
      <dgm:prSet presAssocID="{1648A033-6F55-4680-B7D8-AD874A54519C}" presName="textRect" presStyleLbl="revTx" presStyleIdx="0" presStyleCnt="2">
        <dgm:presLayoutVars>
          <dgm:chMax val="1"/>
          <dgm:chPref val="1"/>
        </dgm:presLayoutVars>
      </dgm:prSet>
      <dgm:spPr/>
    </dgm:pt>
    <dgm:pt modelId="{F0C13849-C06B-4CC9-BECE-CB373618147B}" type="pres">
      <dgm:prSet presAssocID="{D0428080-26C8-4055-A289-E09131408930}" presName="sibTrans" presStyleLbl="sibTrans2D1" presStyleIdx="0" presStyleCnt="0"/>
      <dgm:spPr/>
    </dgm:pt>
    <dgm:pt modelId="{BE5D06A2-1FF3-48E2-941E-451147185405}" type="pres">
      <dgm:prSet presAssocID="{F07B6B1E-5210-4DA4-A644-6A314A1A1918}" presName="compNode" presStyleCnt="0"/>
      <dgm:spPr/>
    </dgm:pt>
    <dgm:pt modelId="{4F9F5E84-A4C5-45EF-8322-6CC05E26DFC4}" type="pres">
      <dgm:prSet presAssocID="{F07B6B1E-5210-4DA4-A644-6A314A1A1918}" presName="iconBgRect" presStyleLbl="bgShp" presStyleIdx="1" presStyleCnt="2"/>
      <dgm:spPr/>
    </dgm:pt>
    <dgm:pt modelId="{5A3AB3F9-F5E4-48A8-9292-8931677830DD}" type="pres">
      <dgm:prSet presAssocID="{F07B6B1E-5210-4DA4-A644-6A314A1A1918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108F361-6671-44B9-8848-FD50DA734CE9}" type="pres">
      <dgm:prSet presAssocID="{F07B6B1E-5210-4DA4-A644-6A314A1A1918}" presName="spaceRect" presStyleCnt="0"/>
      <dgm:spPr/>
    </dgm:pt>
    <dgm:pt modelId="{0F16D09B-7330-4A20-B008-637269DA6590}" type="pres">
      <dgm:prSet presAssocID="{F07B6B1E-5210-4DA4-A644-6A314A1A191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1AAE124-758F-43C1-8859-FEF52FFCF564}" srcId="{51C5B880-F688-4765-8301-967F6F5CF81B}" destId="{1648A033-6F55-4680-B7D8-AD874A54519C}" srcOrd="0" destOrd="0" parTransId="{794A75FF-AF43-418B-8BB4-61E91CE85EEC}" sibTransId="{D0428080-26C8-4055-A289-E09131408930}"/>
    <dgm:cxn modelId="{9AE43055-5D6E-4F42-B038-47B041DA0477}" type="presOf" srcId="{1648A033-6F55-4680-B7D8-AD874A54519C}" destId="{AD6D4FD7-C5D4-4FE2-A6E3-231032AFBD1E}" srcOrd="0" destOrd="0" presId="urn:microsoft.com/office/officeart/2018/2/layout/IconCircleList"/>
    <dgm:cxn modelId="{0E97D37F-ED16-403D-9ABA-E0483B7241FA}" type="presOf" srcId="{F07B6B1E-5210-4DA4-A644-6A314A1A1918}" destId="{0F16D09B-7330-4A20-B008-637269DA6590}" srcOrd="0" destOrd="0" presId="urn:microsoft.com/office/officeart/2018/2/layout/IconCircleList"/>
    <dgm:cxn modelId="{420C1693-0BD3-4DAB-9777-11137D48C61C}" type="presOf" srcId="{51C5B880-F688-4765-8301-967F6F5CF81B}" destId="{D5EF9653-D345-49DF-8141-E108592FCFF4}" srcOrd="0" destOrd="0" presId="urn:microsoft.com/office/officeart/2018/2/layout/IconCircleList"/>
    <dgm:cxn modelId="{FDA238A5-38DF-46ED-80E9-2DDE5D4BFEF7}" type="presOf" srcId="{D0428080-26C8-4055-A289-E09131408930}" destId="{F0C13849-C06B-4CC9-BECE-CB373618147B}" srcOrd="0" destOrd="0" presId="urn:microsoft.com/office/officeart/2018/2/layout/IconCircleList"/>
    <dgm:cxn modelId="{D40137D7-F696-4065-977E-89AE1B5863A0}" srcId="{51C5B880-F688-4765-8301-967F6F5CF81B}" destId="{F07B6B1E-5210-4DA4-A644-6A314A1A1918}" srcOrd="1" destOrd="0" parTransId="{4820D898-94A5-4A2F-A434-8326F43EBD8B}" sibTransId="{EDF637FE-A34B-4889-A35B-50D95587043D}"/>
    <dgm:cxn modelId="{9B283CD1-30B3-4BEB-81A9-61785A2B5DDF}" type="presParOf" srcId="{D5EF9653-D345-49DF-8141-E108592FCFF4}" destId="{FCF67551-7A24-40D4-A1D7-FDAC933AE188}" srcOrd="0" destOrd="0" presId="urn:microsoft.com/office/officeart/2018/2/layout/IconCircleList"/>
    <dgm:cxn modelId="{C36A0BED-894A-4478-8D45-ACBA8DC044DA}" type="presParOf" srcId="{FCF67551-7A24-40D4-A1D7-FDAC933AE188}" destId="{60073302-03C9-4D70-9A3B-60C0EC325916}" srcOrd="0" destOrd="0" presId="urn:microsoft.com/office/officeart/2018/2/layout/IconCircleList"/>
    <dgm:cxn modelId="{9C370447-07C1-4034-8DC4-F35E2EE4AAD7}" type="presParOf" srcId="{60073302-03C9-4D70-9A3B-60C0EC325916}" destId="{5E345AF3-BD13-491F-A7D7-DFDC01AFA5F0}" srcOrd="0" destOrd="0" presId="urn:microsoft.com/office/officeart/2018/2/layout/IconCircleList"/>
    <dgm:cxn modelId="{AACE1D00-19D2-4AC5-BCE0-CAF37CFA3A36}" type="presParOf" srcId="{60073302-03C9-4D70-9A3B-60C0EC325916}" destId="{30CD13F6-DEDF-4A0B-BDAE-62861A1E23D1}" srcOrd="1" destOrd="0" presId="urn:microsoft.com/office/officeart/2018/2/layout/IconCircleList"/>
    <dgm:cxn modelId="{355C0CB1-724F-45E0-BD5B-12134577AE4D}" type="presParOf" srcId="{60073302-03C9-4D70-9A3B-60C0EC325916}" destId="{5B5239BD-0FB6-4DF0-9771-373F29C4C444}" srcOrd="2" destOrd="0" presId="urn:microsoft.com/office/officeart/2018/2/layout/IconCircleList"/>
    <dgm:cxn modelId="{2EF62F7D-58AE-42AB-8B3D-8BA68E44A98D}" type="presParOf" srcId="{60073302-03C9-4D70-9A3B-60C0EC325916}" destId="{AD6D4FD7-C5D4-4FE2-A6E3-231032AFBD1E}" srcOrd="3" destOrd="0" presId="urn:microsoft.com/office/officeart/2018/2/layout/IconCircleList"/>
    <dgm:cxn modelId="{15223E2D-D8ED-44FD-AA99-A176CA78D5AF}" type="presParOf" srcId="{FCF67551-7A24-40D4-A1D7-FDAC933AE188}" destId="{F0C13849-C06B-4CC9-BECE-CB373618147B}" srcOrd="1" destOrd="0" presId="urn:microsoft.com/office/officeart/2018/2/layout/IconCircleList"/>
    <dgm:cxn modelId="{5C482671-096E-4331-BBF5-63AF09751121}" type="presParOf" srcId="{FCF67551-7A24-40D4-A1D7-FDAC933AE188}" destId="{BE5D06A2-1FF3-48E2-941E-451147185405}" srcOrd="2" destOrd="0" presId="urn:microsoft.com/office/officeart/2018/2/layout/IconCircleList"/>
    <dgm:cxn modelId="{8268C94D-6C89-4650-93EF-8429124AC09E}" type="presParOf" srcId="{BE5D06A2-1FF3-48E2-941E-451147185405}" destId="{4F9F5E84-A4C5-45EF-8322-6CC05E26DFC4}" srcOrd="0" destOrd="0" presId="urn:microsoft.com/office/officeart/2018/2/layout/IconCircleList"/>
    <dgm:cxn modelId="{B16F60DE-9F1D-4D3D-87E0-D814BFBD7A1D}" type="presParOf" srcId="{BE5D06A2-1FF3-48E2-941E-451147185405}" destId="{5A3AB3F9-F5E4-48A8-9292-8931677830DD}" srcOrd="1" destOrd="0" presId="urn:microsoft.com/office/officeart/2018/2/layout/IconCircleList"/>
    <dgm:cxn modelId="{B377F1F2-D96F-46F5-93BF-724BF2AE0D92}" type="presParOf" srcId="{BE5D06A2-1FF3-48E2-941E-451147185405}" destId="{5108F361-6671-44B9-8848-FD50DA734CE9}" srcOrd="2" destOrd="0" presId="urn:microsoft.com/office/officeart/2018/2/layout/IconCircleList"/>
    <dgm:cxn modelId="{F3F8BAC1-BEC4-4B2B-9531-EA4A29C5FD2A}" type="presParOf" srcId="{BE5D06A2-1FF3-48E2-941E-451147185405}" destId="{0F16D09B-7330-4A20-B008-637269DA659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45AF3-BD13-491F-A7D7-DFDC01AFA5F0}">
      <dsp:nvSpPr>
        <dsp:cNvPr id="0" name=""/>
        <dsp:cNvSpPr/>
      </dsp:nvSpPr>
      <dsp:spPr>
        <a:xfrm>
          <a:off x="134825" y="1363725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D13F6-DEDF-4A0B-BDAE-62861A1E23D1}">
      <dsp:nvSpPr>
        <dsp:cNvPr id="0" name=""/>
        <dsp:cNvSpPr/>
      </dsp:nvSpPr>
      <dsp:spPr>
        <a:xfrm>
          <a:off x="406966" y="1635866"/>
          <a:ext cx="751627" cy="751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D4FD7-C5D4-4FE2-A6E3-231032AFBD1E}">
      <dsp:nvSpPr>
        <dsp:cNvPr id="0" name=""/>
        <dsp:cNvSpPr/>
      </dsp:nvSpPr>
      <dsp:spPr>
        <a:xfrm>
          <a:off x="1708430" y="1363725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400" kern="1200" dirty="0"/>
            <a:t>Panagiotis Herodotou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400" kern="1200"/>
            <a:t>Special Scientist</a:t>
          </a:r>
          <a:endParaRPr lang="en-US" sz="2400" kern="1200" dirty="0"/>
        </a:p>
      </dsp:txBody>
      <dsp:txXfrm>
        <a:off x="1708430" y="1363725"/>
        <a:ext cx="3054644" cy="1295909"/>
      </dsp:txXfrm>
    </dsp:sp>
    <dsp:sp modelId="{4F9F5E84-A4C5-45EF-8322-6CC05E26DFC4}">
      <dsp:nvSpPr>
        <dsp:cNvPr id="0" name=""/>
        <dsp:cNvSpPr/>
      </dsp:nvSpPr>
      <dsp:spPr>
        <a:xfrm>
          <a:off x="5295324" y="1363725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AB3F9-F5E4-48A8-9292-8931677830DD}">
      <dsp:nvSpPr>
        <dsp:cNvPr id="0" name=""/>
        <dsp:cNvSpPr/>
      </dsp:nvSpPr>
      <dsp:spPr>
        <a:xfrm>
          <a:off x="5567465" y="1635866"/>
          <a:ext cx="751627" cy="751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6D09B-7330-4A20-B008-637269DA6590}">
      <dsp:nvSpPr>
        <dsp:cNvPr id="0" name=""/>
        <dsp:cNvSpPr/>
      </dsp:nvSpPr>
      <dsp:spPr>
        <a:xfrm>
          <a:off x="6868929" y="1363725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400" kern="1200" dirty="0">
              <a:hlinkClick xmlns:r="http://schemas.openxmlformats.org/officeDocument/2006/relationships" r:id="rId5"/>
            </a:rPr>
            <a:t>pherod01@ucy.ac.cy</a:t>
          </a:r>
          <a:endParaRPr lang="en-NL" sz="2400" kern="1200" dirty="0"/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400" kern="1200" dirty="0"/>
            <a:t>94055169</a:t>
          </a:r>
          <a:endParaRPr lang="en-US" sz="2400" kern="1200" dirty="0"/>
        </a:p>
      </dsp:txBody>
      <dsp:txXfrm>
        <a:off x="6868929" y="1363725"/>
        <a:ext cx="3054644" cy="1295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627C9-3377-46AA-85C7-0705B2D5C39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2ADCC-CC4C-4F8B-92E0-EAB9697F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6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Let’s see how to setup python</a:t>
            </a:r>
            <a:br>
              <a:rPr lang="en-NL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21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your own laptops, you can install Anaconda Distribution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87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Those working on the Uni PCs, </a:t>
            </a:r>
            <a:r>
              <a:rPr lang="en-NL" dirty="0"/>
              <a:t>I think there is no need to install Anaco</a:t>
            </a:r>
            <a:r>
              <a:rPr lang="en-US" dirty="0"/>
              <a:t>n</a:t>
            </a:r>
            <a:r>
              <a:rPr lang="en-NL" dirty="0"/>
              <a:t>da, but I put the instructions on how to do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21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Anaconda Navigator</a:t>
            </a:r>
            <a:r>
              <a:rPr lang="en-US" dirty="0"/>
              <a:t> is a graphical user interface (GUI) that simplifies the management of Python environments and packages</a:t>
            </a:r>
            <a:endParaRPr lang="en-NL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21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83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Sho VS code environment, terminal 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19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Open and show these tools.</a:t>
            </a:r>
          </a:p>
          <a:p>
            <a:r>
              <a:rPr lang="en-NL" dirty="0"/>
              <a:t>Use the </a:t>
            </a:r>
            <a:r>
              <a:rPr lang="en-NL" b="1" dirty="0"/>
              <a:t>online jupyter </a:t>
            </a:r>
            <a:r>
              <a:rPr lang="en-NL" dirty="0"/>
              <a:t>if they cannot install anaconda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34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Notepad++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86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lectures on </a:t>
            </a:r>
            <a:r>
              <a:rPr lang="en-US" dirty="0" err="1"/>
              <a:t>github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9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V="1">
            <a:off x="0" y="6303078"/>
            <a:ext cx="12188825" cy="5549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ucy logo colour.jpg">
            <a:extLst>
              <a:ext uri="{FF2B5EF4-FFF2-40B4-BE49-F238E27FC236}">
                <a16:creationId xmlns:a16="http://schemas.microsoft.com/office/drawing/2014/main" id="{9B21A8B7-B241-CA4E-626A-AECB780D6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46787" y="6099048"/>
            <a:ext cx="2445214" cy="761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39D0B5-0C61-B8C9-DC72-482F5DD699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927" y="6105052"/>
            <a:ext cx="2371990" cy="7615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736D-A165-5DD7-0582-23A47A87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46F02-A078-2691-7885-F00EA5CBF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0B703-F557-E2B6-1DDC-7C185172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63F8A-7CA5-F8FD-8B4D-8470FABB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9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86EBE6A-9680-31A7-8A61-EFDBA5DEBB07}"/>
              </a:ext>
            </a:extLst>
          </p:cNvPr>
          <p:cNvSpPr/>
          <p:nvPr userDrawn="1"/>
        </p:nvSpPr>
        <p:spPr>
          <a:xfrm>
            <a:off x="11658600" y="0"/>
            <a:ext cx="533400" cy="6858000"/>
          </a:xfrm>
          <a:prstGeom prst="rect">
            <a:avLst/>
          </a:prstGeom>
          <a:solidFill>
            <a:schemeClr val="accent2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5236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ucy logo colour.jpg">
            <a:extLst>
              <a:ext uri="{FF2B5EF4-FFF2-40B4-BE49-F238E27FC236}">
                <a16:creationId xmlns:a16="http://schemas.microsoft.com/office/drawing/2014/main" id="{4BB3DC53-5792-C05C-6457-23B990B86A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9820011" y="6121859"/>
            <a:ext cx="2371990" cy="7389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E6EC6D-2FCF-2CDB-32AE-51AB3C42041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6927" y="6105052"/>
            <a:ext cx="2371990" cy="7615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hyperlink" Target="https://docs.anaconda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online_python_compiler.php" TargetMode="External"/><Relationship Id="rId3" Type="http://schemas.openxmlformats.org/officeDocument/2006/relationships/hyperlink" Target="https://jupyter.org/try" TargetMode="External"/><Relationship Id="rId7" Type="http://schemas.openxmlformats.org/officeDocument/2006/relationships/hyperlink" Target="https://pythononline.ne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online-python.com/" TargetMode="External"/><Relationship Id="rId5" Type="http://schemas.openxmlformats.org/officeDocument/2006/relationships/hyperlink" Target="https://replit.com/" TargetMode="External"/><Relationship Id="rId4" Type="http://schemas.openxmlformats.org/officeDocument/2006/relationships/hyperlink" Target="https://colab.research.google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blimetext.com/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hyperlink" Target="https://notepad-plus-plus.org/download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github.com/Panos1992/Intro_to_python_2025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8B330648-BE73-41A0-9F64-E5B1075E2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74C63-85F2-6C86-8078-D4AEFE9C1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9313" y="639181"/>
            <a:ext cx="6253317" cy="3686015"/>
          </a:xfrm>
        </p:spPr>
        <p:txBody>
          <a:bodyPr>
            <a:noAutofit/>
          </a:bodyPr>
          <a:lstStyle/>
          <a:p>
            <a:r>
              <a:rPr lang="en-NL" sz="6600" dirty="0"/>
              <a:t>Introduction to python </a:t>
            </a:r>
            <a:br>
              <a:rPr lang="en-NL" sz="6600" dirty="0"/>
            </a:br>
            <a:r>
              <a:rPr lang="en-NL" sz="6600" dirty="0"/>
              <a:t>LECTURE 1: Setting up Python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1EA02-EF7E-DB99-E8F8-C9956E8E8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455621"/>
            <a:ext cx="6269347" cy="1238616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 </a:t>
            </a:r>
            <a:r>
              <a:rPr lang="en-NL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panagiotis</a:t>
            </a:r>
            <a:r>
              <a:rPr lang="en-NL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NL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herodotou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8" name="Picture 4" descr="Python - Download free icons">
            <a:extLst>
              <a:ext uri="{FF2B5EF4-FFF2-40B4-BE49-F238E27FC236}">
                <a16:creationId xmlns:a16="http://schemas.microsoft.com/office/drawing/2014/main" id="{90391A5C-9178-31D3-9772-86C1C304E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192" y="287062"/>
            <a:ext cx="2466005" cy="246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Jupyter?">
            <a:extLst>
              <a:ext uri="{FF2B5EF4-FFF2-40B4-BE49-F238E27FC236}">
                <a16:creationId xmlns:a16="http://schemas.microsoft.com/office/drawing/2014/main" id="{5F7BCB09-9787-E1FF-E45E-E080E6E057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2" r="24664"/>
          <a:stretch/>
        </p:blipFill>
        <p:spPr bwMode="auto">
          <a:xfrm>
            <a:off x="2986446" y="1904828"/>
            <a:ext cx="1915358" cy="225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6DAFB303-4B24-485A-B806-C147A2363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2C3C01D-C868-4B78-9A8F-417BF50A4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8345B934-7CE4-4DA7-A0CB-2A2DF8818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32" name="Picture 8" descr="Anaconda Logo PNG Vectors Free Download">
            <a:extLst>
              <a:ext uri="{FF2B5EF4-FFF2-40B4-BE49-F238E27FC236}">
                <a16:creationId xmlns:a16="http://schemas.microsoft.com/office/drawing/2014/main" id="{38897847-1541-CFA8-CE39-55980D090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92" y="3824164"/>
            <a:ext cx="28575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274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F9E78-3D3D-C9E7-4CE4-0208C1DF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NL" dirty="0"/>
              <a:t>Installing Python</a:t>
            </a:r>
            <a:endParaRPr lang="en-US" dirty="0"/>
          </a:p>
        </p:txBody>
      </p:sp>
      <p:pic>
        <p:nvPicPr>
          <p:cNvPr id="1026" name="Picture 2" descr="WHY SOFTWARE INSTALLATION SERVICES ARE SO IMPORTANT | IT Support in  Piscataway NJ">
            <a:extLst>
              <a:ext uri="{FF2B5EF4-FFF2-40B4-BE49-F238E27FC236}">
                <a16:creationId xmlns:a16="http://schemas.microsoft.com/office/drawing/2014/main" id="{C13049CC-67BE-0B7C-0355-8E649AEB0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883893"/>
            <a:ext cx="5451627" cy="477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D1EF4-6CF1-6CFC-E724-B274AF0F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There are many ways to run python!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Install </a:t>
            </a:r>
            <a:r>
              <a:rPr lang="en-NL" sz="2400" b="1" dirty="0"/>
              <a:t>Anaconda Distribution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sz="2400" b="1" dirty="0"/>
              <a:t>Run </a:t>
            </a:r>
            <a:r>
              <a:rPr lang="en-NL" sz="2400" b="1" dirty="0" err="1"/>
              <a:t>Jupyter</a:t>
            </a:r>
            <a:r>
              <a:rPr lang="en-NL" sz="2400" b="1" dirty="0"/>
              <a:t>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sz="2400" b="1" dirty="0"/>
              <a:t>Explore “no install” options</a:t>
            </a:r>
          </a:p>
          <a:p>
            <a:pPr>
              <a:buFont typeface="Wingdings" panose="05000000000000000000" pitchFamily="2" charset="2"/>
              <a:buChar char="v"/>
            </a:pPr>
            <a:endParaRPr lang="en-NL" sz="24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sz="2400" b="1" dirty="0"/>
              <a:t>Python is FREE!</a:t>
            </a:r>
            <a:endParaRPr lang="en-US" sz="2400" b="1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7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3A58-D7A6-8722-09C6-76229DF1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Install Anaconda 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BC495-8513-1A9F-FEA3-0C164BD09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156136" cy="39742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hlinkClick r:id="rId3"/>
              </a:rPr>
              <a:t>https://www.anaconda.com/download</a:t>
            </a: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Anaconda has many python libraries &amp; applications, not just the python </a:t>
            </a:r>
            <a:r>
              <a:rPr lang="en-NL" sz="2400" dirty="0" err="1"/>
              <a:t>progr</a:t>
            </a:r>
            <a:r>
              <a:rPr lang="en-NL" sz="2400" dirty="0"/>
              <a:t>. language</a:t>
            </a:r>
          </a:p>
          <a:p>
            <a:pPr>
              <a:buFont typeface="Wingdings" panose="05000000000000000000" pitchFamily="2" charset="2"/>
              <a:buChar char="v"/>
            </a:pP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Documentation page: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>
                <a:hlinkClick r:id="rId4"/>
              </a:rPr>
              <a:t>https://docs.anaconda.com/</a:t>
            </a: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endParaRPr lang="en-NL" sz="2400" dirty="0"/>
          </a:p>
          <a:p>
            <a:endParaRPr lang="en-US" sz="2400" dirty="0"/>
          </a:p>
        </p:txBody>
      </p:sp>
      <p:pic>
        <p:nvPicPr>
          <p:cNvPr id="4" name="Picture 8" descr="Anaconda Logo PNG Vectors Free Download">
            <a:extLst>
              <a:ext uri="{FF2B5EF4-FFF2-40B4-BE49-F238E27FC236}">
                <a16:creationId xmlns:a16="http://schemas.microsoft.com/office/drawing/2014/main" id="{BA67DB83-39B5-2646-5379-7BD5944F8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689" y="2425573"/>
            <a:ext cx="4340987" cy="234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91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74CF-5C06-F205-3818-26FA2E34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Anaconda installation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7F5C76-027E-4B1D-87A6-B64A51C96E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" r="-1"/>
          <a:stretch/>
        </p:blipFill>
        <p:spPr>
          <a:xfrm>
            <a:off x="6355714" y="1987499"/>
            <a:ext cx="4937761" cy="3820513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4E663-F576-A2FF-88D6-18E113013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8240" y="1886076"/>
            <a:ext cx="493776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NL" dirty="0"/>
              <a:t>Run the installation steps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dirty="0"/>
              <a:t>I recommend to add to path, so you can always run programs from terminal</a:t>
            </a:r>
          </a:p>
          <a:p>
            <a:pPr>
              <a:buFont typeface="Wingdings" panose="05000000000000000000" pitchFamily="2" charset="2"/>
              <a:buChar char="v"/>
            </a:pP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PATH</a:t>
            </a:r>
            <a:r>
              <a:rPr lang="en-NL" b="1" dirty="0"/>
              <a:t>: </a:t>
            </a:r>
            <a:r>
              <a:rPr lang="en-US" dirty="0"/>
              <a:t>a system environment variable that tells the operating system where to look for executable files when a command is entered in the terminal or command prompt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01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ACC1-CDEF-6878-BCED-8DCFA298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Anaconda Navigator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1874A-A70C-28F5-B94A-AFD048D0A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582136" cy="402336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NL" dirty="0"/>
              <a:t>What are all these icons?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Home Page:</a:t>
            </a:r>
            <a:r>
              <a:rPr lang="en-NL" b="1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Displays all available tools and applications.</a:t>
            </a:r>
            <a:endParaRPr lang="en-NL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Allows you to launch or install popular tools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Environment Management</a:t>
            </a:r>
            <a:endParaRPr lang="en-NL" b="1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helps manage Python environments, allowing you to create, clone, and delete environments.</a:t>
            </a:r>
            <a:endParaRPr lang="en-NL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Facilitates installing and updating Python packages.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Learning Resources</a:t>
            </a:r>
            <a:endParaRPr lang="en-NL" b="1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Provides links to tutorials, documentation, and blog posts to help you get started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2ED60-9C39-5D6D-7008-17E6A88FA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416" y="1845734"/>
            <a:ext cx="5799658" cy="402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8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4BE9-1466-9623-1B19-00FFEAE06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Jupyter </a:t>
            </a:r>
            <a:r>
              <a:rPr lang="en-US" dirty="0"/>
              <a:t>Lab / </a:t>
            </a:r>
            <a:r>
              <a:rPr lang="en-NL" dirty="0"/>
              <a:t>Notebook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84B47-DDFF-7DB3-EC86-6F13DBC46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006379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NL" dirty="0"/>
              <a:t>Open Jyputer </a:t>
            </a:r>
            <a:r>
              <a:rPr lang="en-US" dirty="0"/>
              <a:t>Lab / </a:t>
            </a:r>
            <a:r>
              <a:rPr lang="en-NL" dirty="0"/>
              <a:t>Notebook.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NL" sz="2000" dirty="0"/>
              <a:t>An  interactive development environment (IDE)  with individual cells, where you can write and execute interactive python code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NL" sz="2000" dirty="0"/>
              <a:t>It launches on the C drive. It does not need Internet connection.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NL" sz="2000" dirty="0"/>
              <a:t>It just uses your browser interface (check Help)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NL" dirty="0"/>
          </a:p>
          <a:p>
            <a:pPr>
              <a:buFont typeface="Wingdings" panose="05000000000000000000" pitchFamily="2" charset="2"/>
              <a:buChar char="Ø"/>
            </a:pPr>
            <a:r>
              <a:rPr lang="en-NL" dirty="0"/>
              <a:t>Let’s Create new Python 3 Notebook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NL" dirty="0"/>
              <a:t>This is the main way we are going to learn how to program throughout the course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NL" dirty="0"/>
              <a:t>Keep in mind Notebook saves </a:t>
            </a:r>
            <a:r>
              <a:rPr lang="en-NL" b="1" dirty="0" err="1"/>
              <a:t>jpynb</a:t>
            </a:r>
            <a:r>
              <a:rPr lang="en-NL" dirty="0"/>
              <a:t> files, not </a:t>
            </a:r>
            <a:r>
              <a:rPr lang="en-NL" b="1" dirty="0" err="1"/>
              <a:t>py</a:t>
            </a:r>
            <a:r>
              <a:rPr lang="en-NL" dirty="0"/>
              <a:t> files! But we can convert them</a:t>
            </a:r>
          </a:p>
        </p:txBody>
      </p:sp>
      <p:pic>
        <p:nvPicPr>
          <p:cNvPr id="4" name="Picture 6" descr="What is Jupyter?">
            <a:extLst>
              <a:ext uri="{FF2B5EF4-FFF2-40B4-BE49-F238E27FC236}">
                <a16:creationId xmlns:a16="http://schemas.microsoft.com/office/drawing/2014/main" id="{EFBEA9D2-9B9E-E4AA-18EA-4626C1865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2" r="24664"/>
          <a:stretch/>
        </p:blipFill>
        <p:spPr bwMode="auto">
          <a:xfrm>
            <a:off x="9240322" y="510988"/>
            <a:ext cx="1915358" cy="225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Working with Google Colab for Python and Machine Learning: A Comprehensive  Guide">
            <a:extLst>
              <a:ext uri="{FF2B5EF4-FFF2-40B4-BE49-F238E27FC236}">
                <a16:creationId xmlns:a16="http://schemas.microsoft.com/office/drawing/2014/main" id="{FB15C055-D802-5C98-B855-485EE245D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8" r="12457"/>
          <a:stretch/>
        </p:blipFill>
        <p:spPr bwMode="auto">
          <a:xfrm>
            <a:off x="8877408" y="2769003"/>
            <a:ext cx="2641185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38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D928-ED8B-CD6D-E051-ABEC7AFD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Visual Studio / Spyder etc.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BA260-E8E0-684D-9BC6-EF23A9C05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391723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We can run python in Many IDEs,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NL" sz="2000" b="1" dirty="0"/>
              <a:t>MS Visual Studio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NL" sz="2000" b="1" dirty="0"/>
              <a:t>MS VS code</a:t>
            </a:r>
            <a:r>
              <a:rPr lang="en-NL" sz="2000" dirty="0"/>
              <a:t>: (my favourite buts needs some time to setup properly)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NL" sz="2000" b="1" dirty="0"/>
              <a:t>Spyder</a:t>
            </a:r>
            <a:r>
              <a:rPr lang="en-NL" sz="2000" dirty="0"/>
              <a:t>  </a:t>
            </a:r>
            <a:r>
              <a:rPr lang="en-NL" sz="2000" dirty="0">
                <a:sym typeface="Wingdings" panose="05000000000000000000" pitchFamily="2" charset="2"/>
              </a:rPr>
              <a:t> IDE similar to MATLAB workspace</a:t>
            </a:r>
            <a:endParaRPr lang="en-NL" sz="2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NL" sz="2000" b="1" dirty="0"/>
              <a:t>PyCharm</a:t>
            </a:r>
            <a:r>
              <a:rPr lang="en-NL" sz="2000" dirty="0"/>
              <a:t> </a:t>
            </a:r>
            <a:r>
              <a:rPr lang="en-NL" sz="2000" dirty="0">
                <a:sym typeface="Wingdings" panose="05000000000000000000" pitchFamily="2" charset="2"/>
              </a:rPr>
              <a:t> Designed for python specifically</a:t>
            </a:r>
            <a:endParaRPr lang="en-NL" sz="2000" dirty="0"/>
          </a:p>
          <a:p>
            <a:pPr lvl="1">
              <a:buFont typeface="Wingdings" panose="05000000000000000000" pitchFamily="2" charset="2"/>
              <a:buChar char="v"/>
            </a:pPr>
            <a:endParaRPr lang="en-NL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Each one has advantages and disadvantages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We can use any of these!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8CD560-2D07-D23C-6F78-85DF05A51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0762" y="2844859"/>
            <a:ext cx="1367063" cy="136706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S Visual Studio Standard 2015 at ₹ 35500/piece(s) in New Delhi | ID:  11728788873">
            <a:extLst>
              <a:ext uri="{FF2B5EF4-FFF2-40B4-BE49-F238E27FC236}">
                <a16:creationId xmlns:a16="http://schemas.microsoft.com/office/drawing/2014/main" id="{D9B26620-E81A-2D4D-3415-42953C060B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8" t="21039" r="11569" b="27328"/>
          <a:stretch/>
        </p:blipFill>
        <p:spPr bwMode="auto">
          <a:xfrm>
            <a:off x="8052909" y="688599"/>
            <a:ext cx="3102771" cy="195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reate a Launch Icon for Spyder on Mac | by Chella Priyadharshini | Medium">
            <a:extLst>
              <a:ext uri="{FF2B5EF4-FFF2-40B4-BE49-F238E27FC236}">
                <a16:creationId xmlns:a16="http://schemas.microsoft.com/office/drawing/2014/main" id="{389D565F-94B8-4063-380A-8B78AC9BE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03" y="4476090"/>
            <a:ext cx="150495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E3EA4C1-536C-924E-2E87-AFD41D796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720" y="4616133"/>
            <a:ext cx="1215338" cy="121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50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5181-8E05-D2CF-2E8D-0A68CF38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“No Install” options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3A1AD-9552-5C28-5C23-5207F3F1E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876802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2400" b="1" dirty="0"/>
              <a:t>Notebooks</a:t>
            </a:r>
            <a:endParaRPr lang="en-NL" sz="2400" b="1" dirty="0">
              <a:hlinkClick r:id="rId3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hlinkClick r:id="rId3"/>
              </a:rPr>
              <a:t>https://jupyter.org/try</a:t>
            </a: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>
                <a:hlinkClick r:id="rId4"/>
              </a:rPr>
              <a:t>https://colab.research.google.com/</a:t>
            </a:r>
            <a:endParaRPr lang="en-NL" sz="2400" dirty="0"/>
          </a:p>
          <a:p>
            <a:pPr marL="0" indent="0">
              <a:buNone/>
            </a:pPr>
            <a:r>
              <a:rPr lang="en-NL" sz="2400" dirty="0"/>
              <a:t>(My personal favourite, because of Gemini!)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>
                <a:hlinkClick r:id="rId5"/>
              </a:rPr>
              <a:t>https://replit.com/</a:t>
            </a: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endParaRPr lang="en-NL" sz="2400" dirty="0"/>
          </a:p>
          <a:p>
            <a:r>
              <a:rPr lang="en-NL" sz="2400" dirty="0"/>
              <a:t> 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215E8-24E7-7FD1-9453-81EC2BF6D2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L" sz="2400" b="1" dirty="0"/>
              <a:t>Python code interpreters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>
                <a:hlinkClick r:id="rId6"/>
              </a:rPr>
              <a:t>https://www.online-python.com/</a:t>
            </a: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>
                <a:hlinkClick r:id="rId7"/>
              </a:rPr>
              <a:t>https://pythononline.net/</a:t>
            </a:r>
            <a:endParaRPr lang="en-NL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>
                <a:hlinkClick r:id="rId8"/>
              </a:rPr>
              <a:t>https://www.tutorialspoint.com/online_python_compiler.php</a:t>
            </a:r>
            <a:endParaRPr lang="en-NL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494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AD198-8F53-FCD7-3C08-F786A478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Text editors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069E-70C9-3925-DCDC-0B4B25163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024899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They can open any text (or code) file and edit.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We can modify code in text editors.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They cannot run python! (usually)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NL" sz="2000" b="1" dirty="0"/>
              <a:t>Notepad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NL" sz="2000" b="1" dirty="0"/>
              <a:t>Notepad ++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NL" sz="2000" b="1" dirty="0"/>
              <a:t>Sublime text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NL" sz="2000" b="1" dirty="0"/>
              <a:t>Atom 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NL" sz="2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hlinkClick r:id="rId3"/>
              </a:rPr>
              <a:t>https://www.sublimetext.com/</a:t>
            </a:r>
            <a:endParaRPr lang="en-NL" sz="2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hlinkClick r:id="rId4"/>
              </a:rPr>
              <a:t>https://notepad-plus-plus.org/downloads/</a:t>
            </a:r>
            <a:r>
              <a:rPr lang="en-NL" sz="2000" dirty="0"/>
              <a:t> </a:t>
            </a:r>
            <a:endParaRPr lang="en-US" sz="2000" dirty="0"/>
          </a:p>
        </p:txBody>
      </p:sp>
      <p:pic>
        <p:nvPicPr>
          <p:cNvPr id="2050" name="Picture 2" descr="Sublime Text - Wikipedia">
            <a:extLst>
              <a:ext uri="{FF2B5EF4-FFF2-40B4-BE49-F238E27FC236}">
                <a16:creationId xmlns:a16="http://schemas.microsoft.com/office/drawing/2014/main" id="{CC5A0020-66DA-85A3-568B-615D52097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036" y="2187388"/>
            <a:ext cx="1385327" cy="138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tom.io Text Editor | PubNub">
            <a:extLst>
              <a:ext uri="{FF2B5EF4-FFF2-40B4-BE49-F238E27FC236}">
                <a16:creationId xmlns:a16="http://schemas.microsoft.com/office/drawing/2014/main" id="{D8D26F09-31E1-E5EC-D34C-1F320C94B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5220" y="2076792"/>
            <a:ext cx="1606518" cy="160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otepad++">
            <a:extLst>
              <a:ext uri="{FF2B5EF4-FFF2-40B4-BE49-F238E27FC236}">
                <a16:creationId xmlns:a16="http://schemas.microsoft.com/office/drawing/2014/main" id="{A17C86B7-362D-D6DC-C12E-0D4F658E6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050" y="3878369"/>
            <a:ext cx="22955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93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A0D4B-C282-8CD2-CDA5-2C7E117B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Git &amp; </a:t>
            </a:r>
            <a:r>
              <a:rPr lang="en-NL" dirty="0" err="1"/>
              <a:t>Github</a:t>
            </a:r>
            <a:r>
              <a:rPr lang="en-NL" dirty="0"/>
              <a:t> Repository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84B5C-5F92-98A5-6CE9-F8747FE07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813202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NL" b="1" dirty="0"/>
              <a:t>Git: </a:t>
            </a:r>
            <a:r>
              <a:rPr lang="en-US" dirty="0"/>
              <a:t>free and open source distributed </a:t>
            </a:r>
            <a:r>
              <a:rPr lang="en-NL" dirty="0"/>
              <a:t>code </a:t>
            </a:r>
            <a:r>
              <a:rPr lang="en-US" dirty="0"/>
              <a:t>version control system</a:t>
            </a:r>
            <a:r>
              <a:rPr lang="en-NL" dirty="0"/>
              <a:t> </a:t>
            </a:r>
            <a:r>
              <a:rPr lang="en-US" dirty="0"/>
              <a:t>used to track changes in files and coordinate work among </a:t>
            </a:r>
            <a:r>
              <a:rPr lang="en-US" b="1" dirty="0"/>
              <a:t>multiple people </a:t>
            </a:r>
            <a:r>
              <a:rPr lang="en-US" dirty="0"/>
              <a:t>on a project.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dirty="0">
                <a:hlinkClick r:id="rId3"/>
              </a:rPr>
              <a:t>https://git-scm.com/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b="1" dirty="0" err="1"/>
              <a:t>Github</a:t>
            </a:r>
            <a:r>
              <a:rPr lang="en-NL" dirty="0"/>
              <a:t> = </a:t>
            </a:r>
            <a:r>
              <a:rPr lang="en-US" dirty="0"/>
              <a:t>a cloud-based platform for hosting Git repositories, enabling collaboration, sharing, and project management.</a:t>
            </a:r>
            <a:r>
              <a:rPr lang="en-NL" dirty="0"/>
              <a:t> </a:t>
            </a:r>
            <a:r>
              <a:rPr lang="en-US" dirty="0"/>
              <a:t>a remote repository where your code can be </a:t>
            </a:r>
            <a:r>
              <a:rPr lang="en-US" b="1" dirty="0"/>
              <a:t>stored, accessed, and reviewed </a:t>
            </a:r>
            <a:r>
              <a:rPr lang="en-US" dirty="0"/>
              <a:t>by team members or the public.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dirty="0"/>
              <a:t>Open the </a:t>
            </a:r>
            <a:r>
              <a:rPr lang="en-NL" dirty="0" err="1"/>
              <a:t>Github</a:t>
            </a:r>
            <a:r>
              <a:rPr lang="en-NL" dirty="0"/>
              <a:t> link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dirty="0">
                <a:hlinkClick r:id="rId4"/>
              </a:rPr>
              <a:t>https://github.com/Panos1992/Intro_to_python_2025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dirty="0"/>
              <a:t>Download the Lectures</a:t>
            </a:r>
          </a:p>
          <a:p>
            <a:pPr>
              <a:buFont typeface="Wingdings" panose="05000000000000000000" pitchFamily="2" charset="2"/>
              <a:buChar char="v"/>
            </a:pP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09F9F1-A6DB-7A52-017B-945D10FDA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824" y="1557939"/>
            <a:ext cx="2164976" cy="216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itHub Logo and symbol, meaning, history, PNG, brand">
            <a:extLst>
              <a:ext uri="{FF2B5EF4-FFF2-40B4-BE49-F238E27FC236}">
                <a16:creationId xmlns:a16="http://schemas.microsoft.com/office/drawing/2014/main" id="{6CFAC5D2-C7B5-8438-EFBB-AEAF25FD1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646" y="4062376"/>
            <a:ext cx="3313332" cy="186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059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4E98-E7C6-3846-A73E-ED3731A2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OK Let’s code!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6497-473E-298F-F634-6ACE6BF8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925322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NL" sz="2400" dirty="0"/>
              <a:t>Open Jyputer Notebook, Lecture 2</a:t>
            </a:r>
          </a:p>
          <a:p>
            <a:endParaRPr lang="en-US" dirty="0"/>
          </a:p>
        </p:txBody>
      </p:sp>
      <p:pic>
        <p:nvPicPr>
          <p:cNvPr id="5122" name="Picture 2" descr="Internet of Things prototyping with Firebase: how to do more with less | by  Bayrem Gharsellaoui | We've moved to freeCodeCamp.org/news | Medium">
            <a:extLst>
              <a:ext uri="{FF2B5EF4-FFF2-40B4-BE49-F238E27FC236}">
                <a16:creationId xmlns:a16="http://schemas.microsoft.com/office/drawing/2014/main" id="{44BBB40A-C78B-ECE0-FD9E-8F1DBE788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626" y="2715413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74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8935-D52B-8649-9BCF-E7BA2844E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THANK YOU</a:t>
            </a:r>
            <a:r>
              <a:rPr lang="en-NL" sz="4800" dirty="0"/>
              <a:t>!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AC44C09-4F19-3665-F470-CE2A33FF8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3659881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43412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2981</TotalTime>
  <Words>699</Words>
  <Application>Microsoft Office PowerPoint</Application>
  <PresentationFormat>Widescreen</PresentationFormat>
  <Paragraphs>108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Calibri</vt:lpstr>
      <vt:lpstr>Calibri Light</vt:lpstr>
      <vt:lpstr>Wingdings</vt:lpstr>
      <vt:lpstr>Retrospect</vt:lpstr>
      <vt:lpstr>Introduction to python  LECTURE 1: Setting up Python</vt:lpstr>
      <vt:lpstr>Installing Python</vt:lpstr>
      <vt:lpstr>Install Anaconda Distribution</vt:lpstr>
      <vt:lpstr>Anaconda installation</vt:lpstr>
      <vt:lpstr>Anaconda Navigator</vt:lpstr>
      <vt:lpstr>Jupyter Lab / Notebook</vt:lpstr>
      <vt:lpstr>Visual Studio / Spyder etc.</vt:lpstr>
      <vt:lpstr>“No Install” options</vt:lpstr>
      <vt:lpstr>Text editors</vt:lpstr>
      <vt:lpstr>Git &amp; Github Repository</vt:lpstr>
      <vt:lpstr>OK Let’s code!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panagiotis herodotou</dc:creator>
  <cp:lastModifiedBy>Panagiotis Herodotou</cp:lastModifiedBy>
  <cp:revision>103</cp:revision>
  <dcterms:created xsi:type="dcterms:W3CDTF">2024-03-08T07:33:50Z</dcterms:created>
  <dcterms:modified xsi:type="dcterms:W3CDTF">2025-01-28T17:29:17Z</dcterms:modified>
</cp:coreProperties>
</file>